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6" r:id="rId7"/>
    <p:sldId id="318" r:id="rId8"/>
    <p:sldId id="337" r:id="rId9"/>
    <p:sldId id="339" r:id="rId10"/>
    <p:sldId id="340" r:id="rId11"/>
    <p:sldId id="341" r:id="rId12"/>
    <p:sldId id="338" r:id="rId13"/>
    <p:sldId id="327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4513-531E-CC72-E680-D60C8D00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BFD1C-0BB6-EA04-D52B-B33AEA65F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AD989-CF53-4ABC-3DF9-F3F7A25E5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C781F-38D1-98D3-B7E1-AA351391D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14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FCFA-416F-7E19-8065-D8DE98B9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C9409-75A6-A11D-DDCD-DE47E1BCD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F9AE9-2BF3-FE4C-D92A-53CFBDA81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305EC-79AD-8976-C008-87AADA23F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07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59CD-8079-A0E8-EC95-460AF027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F9684-3976-9CFA-EBE0-0EB78AFC0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ADBA9-D1CD-82DC-8DD9-3FE1ACF8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60C1-32E9-F3D7-E423-A75F39073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01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AA2B-6E07-2F04-0DA2-3097CA4E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932B2-97F8-1AAC-0207-39234572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818CB-B662-7823-B1C5-C62F886E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21161-8315-2313-74BF-613EF5924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89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3736-B63E-DA8A-BF6C-0819596C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64E21-6FB0-430C-9667-C3F8E1283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7AE67-98C5-033C-9AF9-DB03D9D0A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DBD4E-7BE6-49AD-476E-310665C37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5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D595-821D-0813-DDF7-0395707B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9E2D-AF4D-D00D-8202-04DDC69AC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23D65-D16B-BA4E-779B-95C365E8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4C79-741B-14FB-5000-8DBA40455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04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2773681"/>
            <a:ext cx="6795589" cy="3200400"/>
          </a:xfrm>
        </p:spPr>
        <p:txBody>
          <a:bodyPr/>
          <a:lstStyle/>
          <a:p>
            <a:r>
              <a:rPr lang="en-US" dirty="0"/>
              <a:t>Data-Science-Project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D9461-B586-5242-1D98-FC144B6F5C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Setting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Website and Infrastructure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Visualizations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Reseach</a:t>
            </a:r>
            <a:r>
              <a:rPr lang="de-DE" dirty="0"/>
              <a:t> Questions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To</a:t>
            </a:r>
            <a:r>
              <a:rPr lang="de-DE" dirty="0"/>
              <a:t>-dos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85EFD8C-9F53-87C8-6E18-DFA189F8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de-DE" dirty="0"/>
              <a:t>Setting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Website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653FBA-57C1-8AFA-803B-F0FCC740AB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41259" cy="1646555"/>
          </a:xfrm>
        </p:spPr>
        <p:txBody>
          <a:bodyPr/>
          <a:lstStyle/>
          <a:p>
            <a:r>
              <a:rPr lang="de-DE" dirty="0"/>
              <a:t>Setting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Website and Infrastructure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132C3-EDB2-0E3B-98F1-1D8F26B5C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979230" cy="41557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We got comfortable with dash </a:t>
            </a:r>
            <a:r>
              <a:rPr lang="en-US" sz="1600" dirty="0" err="1"/>
              <a:t>plotly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Setting up a Website via Render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Setting up Folder Infrastructure for our Website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We got some Visualizations with dash </a:t>
            </a:r>
            <a:r>
              <a:rPr lang="en-US" sz="1600" dirty="0" err="1"/>
              <a:t>plotly</a:t>
            </a:r>
            <a:r>
              <a:rPr lang="en-US" sz="1600" dirty="0"/>
              <a:t> running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A5BF-010A-1330-CEE5-64FA69B9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6ADD-0932-AF7D-55B3-332C9940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de-DE" dirty="0" err="1"/>
              <a:t>Visualizations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Reseach</a:t>
            </a:r>
            <a:r>
              <a:rPr lang="de-DE" dirty="0"/>
              <a:t> Questions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C5E82A-4A7E-0F28-77A4-7495E08C39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875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BB98-D977-236B-AE2C-5EED6AFA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04F8-93CF-1D31-69CE-F3DD1E31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41259" cy="1646555"/>
          </a:xfrm>
        </p:spPr>
        <p:txBody>
          <a:bodyPr/>
          <a:lstStyle/>
          <a:p>
            <a:r>
              <a:rPr lang="de-DE" dirty="0"/>
              <a:t>Screenshots </a:t>
            </a:r>
            <a:r>
              <a:rPr lang="de-DE" dirty="0" err="1"/>
              <a:t>Visualizations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0EB1-1058-7520-A674-1CE90F12A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AD3F70F9-7B11-5CC4-50F8-6DDB4A15F43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4398" y="2011680"/>
            <a:ext cx="10871899" cy="312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2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19FB-3C90-A28B-A16D-BC3CDE6D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2CE8-9FEA-D3C3-F267-4807FD52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41259" cy="1646555"/>
          </a:xfrm>
        </p:spPr>
        <p:txBody>
          <a:bodyPr/>
          <a:lstStyle/>
          <a:p>
            <a:r>
              <a:rPr lang="de-DE" dirty="0"/>
              <a:t>Screenshots </a:t>
            </a:r>
            <a:r>
              <a:rPr lang="de-DE" dirty="0" err="1"/>
              <a:t>Visualizations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B551-5590-F0BD-91C9-32CD5911D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D19DF3-F259-5097-C406-7A5A3814E4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E9A77D-837A-76ED-1CD4-48AE309B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81" y="2011363"/>
            <a:ext cx="10460334" cy="287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6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08CF-6241-143D-B614-F76E4A27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005E-82C1-C0FC-2D26-04D71FF3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41259" cy="1646555"/>
          </a:xfrm>
        </p:spPr>
        <p:txBody>
          <a:bodyPr/>
          <a:lstStyle/>
          <a:p>
            <a:r>
              <a:rPr lang="de-DE"/>
              <a:t>Screenshots Visualizations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46F9E-1CDA-6E6A-8FD7-F79750E6B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68F491-2998-C37A-62D4-92349E4FFC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BF424C-3312-783C-E29A-109734B6C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0877"/>
            <a:ext cx="12192000" cy="337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2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0EC7-5630-3FE8-706B-00178305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29BD-8C47-C7DE-003D-9E5F58F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de-DE" dirty="0" err="1"/>
              <a:t>To</a:t>
            </a:r>
            <a:r>
              <a:rPr lang="de-DE" dirty="0"/>
              <a:t>-dos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7C7E6A-D004-B80E-937B-11AD94221C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4643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E7A8-B0C8-428E-FF7D-5C66FF46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4526-67CB-CCC2-F24B-4FF3A682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753583" cy="1646555"/>
          </a:xfrm>
        </p:spPr>
        <p:txBody>
          <a:bodyPr/>
          <a:lstStyle/>
          <a:p>
            <a:r>
              <a:rPr lang="en-US" sz="3200" dirty="0"/>
              <a:t>To-Dos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F0EBE-0120-BBA0-E9E4-975498B90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B5248-9F82-0CCB-A2D4-7228D9E5AB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sz="1600" dirty="0"/>
              <a:t>Finding the best fitting Visualizations for Data</a:t>
            </a:r>
          </a:p>
          <a:p>
            <a:r>
              <a:rPr lang="en-GB" sz="1600" dirty="0"/>
              <a:t>Getting Visualizations running on Website</a:t>
            </a:r>
          </a:p>
          <a:p>
            <a:r>
              <a:rPr lang="en-GB" sz="1600" dirty="0"/>
              <a:t>Designing Interactive Components</a:t>
            </a:r>
          </a:p>
          <a:p>
            <a:r>
              <a:rPr lang="en-GB" sz="1600" dirty="0"/>
              <a:t>Styling Website with CSS</a:t>
            </a:r>
          </a:p>
          <a:p>
            <a:r>
              <a:rPr lang="en-GB" sz="1600" dirty="0"/>
              <a:t>Designing the Poster</a:t>
            </a:r>
          </a:p>
          <a:p>
            <a:r>
              <a:rPr lang="en-GB" sz="1600" dirty="0"/>
              <a:t>Quality of Life features (Usability, </a:t>
            </a:r>
            <a:r>
              <a:rPr lang="en-GB" sz="1600" dirty="0" err="1"/>
              <a:t>Color</a:t>
            </a:r>
            <a:r>
              <a:rPr lang="en-GB" sz="1600" dirty="0"/>
              <a:t> Scheme)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6977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113</Words>
  <Application>Microsoft Office PowerPoint</Application>
  <PresentationFormat>Breitbild</PresentationFormat>
  <Paragraphs>41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Data-Science-Project</vt:lpstr>
      <vt:lpstr>TOpics</vt:lpstr>
      <vt:lpstr>Setting up the Website</vt:lpstr>
      <vt:lpstr>Setting up the Website and Infrastructure</vt:lpstr>
      <vt:lpstr>Visualizations for Reseach Questions</vt:lpstr>
      <vt:lpstr>Screenshots Visualizations</vt:lpstr>
      <vt:lpstr>Screenshots Visualizations</vt:lpstr>
      <vt:lpstr>Screenshots Visualizations</vt:lpstr>
      <vt:lpstr>To-dos</vt:lpstr>
      <vt:lpstr>To-Dos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 F</dc:creator>
  <cp:lastModifiedBy>Lasse Ehrhorn</cp:lastModifiedBy>
  <cp:revision>114</cp:revision>
  <dcterms:created xsi:type="dcterms:W3CDTF">2026-02-26T09:58:22Z</dcterms:created>
  <dcterms:modified xsi:type="dcterms:W3CDTF">2026-03-11T19:39:32Z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