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19"/>
  </p:notesMasterIdLst>
  <p:handoutMasterIdLst>
    <p:handoutMasterId r:id="rId20"/>
  </p:handoutMasterIdLst>
  <p:sldIdLst>
    <p:sldId id="314" r:id="rId5"/>
    <p:sldId id="315" r:id="rId6"/>
    <p:sldId id="316" r:id="rId7"/>
    <p:sldId id="318" r:id="rId8"/>
    <p:sldId id="327" r:id="rId9"/>
    <p:sldId id="329" r:id="rId10"/>
    <p:sldId id="332" r:id="rId11"/>
    <p:sldId id="333" r:id="rId12"/>
    <p:sldId id="328" r:id="rId13"/>
    <p:sldId id="334" r:id="rId14"/>
    <p:sldId id="335" r:id="rId15"/>
    <p:sldId id="336" r:id="rId16"/>
    <p:sldId id="330" r:id="rId17"/>
    <p:sldId id="30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E95485-D216-79C7-4188-09F4ADE0DC05}" v="229" dt="2026-03-04T21:45:04.3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598" autoAdjust="0"/>
  </p:normalViewPr>
  <p:slideViewPr>
    <p:cSldViewPr snapToGrid="0">
      <p:cViewPr varScale="1">
        <p:scale>
          <a:sx n="96" d="100"/>
          <a:sy n="96" d="100"/>
        </p:scale>
        <p:origin x="744" y="312"/>
      </p:cViewPr>
      <p:guideLst>
        <p:guide orient="horz" pos="3360"/>
        <p:guide pos="3840"/>
      </p:guideLst>
    </p:cSldViewPr>
  </p:slideViewPr>
  <p:outlineViewPr>
    <p:cViewPr>
      <p:scale>
        <a:sx n="33" d="100"/>
        <a:sy n="33" d="100"/>
      </p:scale>
      <p:origin x="0" y="-12672"/>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80" y="55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3/4/2026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‹Nr.›</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3/4/2026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‹Nr.›</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a:t>
            </a:fld>
            <a:endParaRPr lang="en-US" dirty="0"/>
          </a:p>
        </p:txBody>
      </p:sp>
    </p:spTree>
    <p:extLst>
      <p:ext uri="{BB962C8B-B14F-4D97-AF65-F5344CB8AC3E}">
        <p14:creationId xmlns:p14="http://schemas.microsoft.com/office/powerpoint/2010/main" val="25691378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2</a:t>
            </a:fld>
            <a:endParaRPr lang="en-US" dirty="0"/>
          </a:p>
        </p:txBody>
      </p:sp>
    </p:spTree>
    <p:extLst>
      <p:ext uri="{BB962C8B-B14F-4D97-AF65-F5344CB8AC3E}">
        <p14:creationId xmlns:p14="http://schemas.microsoft.com/office/powerpoint/2010/main" val="1698969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3</a:t>
            </a:fld>
            <a:endParaRPr lang="en-US" dirty="0"/>
          </a:p>
        </p:txBody>
      </p:sp>
    </p:spTree>
    <p:extLst>
      <p:ext uri="{BB962C8B-B14F-4D97-AF65-F5344CB8AC3E}">
        <p14:creationId xmlns:p14="http://schemas.microsoft.com/office/powerpoint/2010/main" val="3528550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6312420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CD595-821D-0813-DDF7-0395707B08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29E2D-AF4D-D00D-8202-04DDC69AC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23D65-D16B-BA4E-779B-95C365E86F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234C79-741B-14FB-5000-8DBA404557D1}"/>
              </a:ext>
            </a:extLst>
          </p:cNvPr>
          <p:cNvSpPr>
            <a:spLocks noGrp="1"/>
          </p:cNvSpPr>
          <p:nvPr>
            <p:ph type="sldNum" sz="quarter" idx="5"/>
          </p:nvPr>
        </p:nvSpPr>
        <p:spPr/>
        <p:txBody>
          <a:bodyPr/>
          <a:lstStyle/>
          <a:p>
            <a:fld id="{D4B9A9E5-4F7F-4A7D-9DE1-899232329269}" type="slidenum">
              <a:rPr lang="en-US" smtClean="0"/>
              <a:t>5</a:t>
            </a:fld>
            <a:endParaRPr lang="en-US" dirty="0"/>
          </a:p>
        </p:txBody>
      </p:sp>
    </p:spTree>
    <p:extLst>
      <p:ext uri="{BB962C8B-B14F-4D97-AF65-F5344CB8AC3E}">
        <p14:creationId xmlns:p14="http://schemas.microsoft.com/office/powerpoint/2010/main" val="985704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2A783-9D19-3F08-871A-4A4D48A66F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EB76CA-868C-E62B-53C6-B8E0493B4C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B10DE-D568-FCD1-6440-9CEC686A2B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133699-237B-62EC-2BD0-AFA0A8B83EE0}"/>
              </a:ext>
            </a:extLst>
          </p:cNvPr>
          <p:cNvSpPr>
            <a:spLocks noGrp="1"/>
          </p:cNvSpPr>
          <p:nvPr>
            <p:ph type="sldNum" sz="quarter" idx="5"/>
          </p:nvPr>
        </p:nvSpPr>
        <p:spPr/>
        <p:txBody>
          <a:bodyPr/>
          <a:lstStyle/>
          <a:p>
            <a:fld id="{D4B9A9E5-4F7F-4A7D-9DE1-899232329269}" type="slidenum">
              <a:rPr lang="en-US" smtClean="0"/>
              <a:t>6</a:t>
            </a:fld>
            <a:endParaRPr lang="en-US" dirty="0"/>
          </a:p>
        </p:txBody>
      </p:sp>
    </p:spTree>
    <p:extLst>
      <p:ext uri="{BB962C8B-B14F-4D97-AF65-F5344CB8AC3E}">
        <p14:creationId xmlns:p14="http://schemas.microsoft.com/office/powerpoint/2010/main" val="792996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B6C0-85AE-4E26-BA8E-CA97DF3BF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56310-03C1-FD4F-537B-23B2EE5B4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3E89D0-D684-2B6B-1C24-B3FFBE6D66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8EDEB-877F-A9DD-318D-9B23C70D388A}"/>
              </a:ext>
            </a:extLst>
          </p:cNvPr>
          <p:cNvSpPr>
            <a:spLocks noGrp="1"/>
          </p:cNvSpPr>
          <p:nvPr>
            <p:ph type="sldNum" sz="quarter" idx="5"/>
          </p:nvPr>
        </p:nvSpPr>
        <p:spPr/>
        <p:txBody>
          <a:bodyPr/>
          <a:lstStyle/>
          <a:p>
            <a:fld id="{D4B9A9E5-4F7F-4A7D-9DE1-899232329269}" type="slidenum">
              <a:rPr lang="en-US" smtClean="0"/>
              <a:t>7</a:t>
            </a:fld>
            <a:endParaRPr lang="en-US" dirty="0"/>
          </a:p>
        </p:txBody>
      </p:sp>
    </p:spTree>
    <p:extLst>
      <p:ext uri="{BB962C8B-B14F-4D97-AF65-F5344CB8AC3E}">
        <p14:creationId xmlns:p14="http://schemas.microsoft.com/office/powerpoint/2010/main" val="26842383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54999-4578-D4CE-9476-CAB0799374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A1CDCD-6B4D-034D-6447-4F63CC102E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1B6255-B476-6E1E-2EE9-303379717A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CB1B28-8496-84D1-C102-2BB00D0497D0}"/>
              </a:ext>
            </a:extLst>
          </p:cNvPr>
          <p:cNvSpPr>
            <a:spLocks noGrp="1"/>
          </p:cNvSpPr>
          <p:nvPr>
            <p:ph type="sldNum" sz="quarter" idx="5"/>
          </p:nvPr>
        </p:nvSpPr>
        <p:spPr/>
        <p:txBody>
          <a:bodyPr/>
          <a:lstStyle/>
          <a:p>
            <a:fld id="{D4B9A9E5-4F7F-4A7D-9DE1-899232329269}" type="slidenum">
              <a:rPr lang="en-US" smtClean="0"/>
              <a:t>8</a:t>
            </a:fld>
            <a:endParaRPr lang="en-US" dirty="0"/>
          </a:p>
        </p:txBody>
      </p:sp>
    </p:spTree>
    <p:extLst>
      <p:ext uri="{BB962C8B-B14F-4D97-AF65-F5344CB8AC3E}">
        <p14:creationId xmlns:p14="http://schemas.microsoft.com/office/powerpoint/2010/main" val="5802819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F6082E-E693-22FE-0A27-21BD7BBCC8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6946A-FDA7-E73C-9F1C-2EA6BE2300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555739-8781-ABB0-FC8F-B32CDF4499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F4691E-A526-4780-0C59-D80DD07C49C0}"/>
              </a:ext>
            </a:extLst>
          </p:cNvPr>
          <p:cNvSpPr>
            <a:spLocks noGrp="1"/>
          </p:cNvSpPr>
          <p:nvPr>
            <p:ph type="sldNum" sz="quarter" idx="5"/>
          </p:nvPr>
        </p:nvSpPr>
        <p:spPr/>
        <p:txBody>
          <a:bodyPr/>
          <a:lstStyle/>
          <a:p>
            <a:fld id="{D4B9A9E5-4F7F-4A7D-9DE1-899232329269}" type="slidenum">
              <a:rPr lang="en-US" smtClean="0"/>
              <a:t>9</a:t>
            </a:fld>
            <a:endParaRPr lang="en-US" dirty="0"/>
          </a:p>
        </p:txBody>
      </p:sp>
    </p:spTree>
    <p:extLst>
      <p:ext uri="{BB962C8B-B14F-4D97-AF65-F5344CB8AC3E}">
        <p14:creationId xmlns:p14="http://schemas.microsoft.com/office/powerpoint/2010/main" val="26293241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AE2C1-43D5-CF9C-FE5B-8A587B2C2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360AF-B26A-D450-DE75-D1701A38B9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45ADA6-2679-9BE6-95D7-5E9507BE5D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FCA32A-57B3-2B43-3251-C9C3AA10231B}"/>
              </a:ext>
            </a:extLst>
          </p:cNvPr>
          <p:cNvSpPr>
            <a:spLocks noGrp="1"/>
          </p:cNvSpPr>
          <p:nvPr>
            <p:ph type="sldNum" sz="quarter" idx="5"/>
          </p:nvPr>
        </p:nvSpPr>
        <p:spPr/>
        <p:txBody>
          <a:bodyPr/>
          <a:lstStyle/>
          <a:p>
            <a:fld id="{D4B9A9E5-4F7F-4A7D-9DE1-899232329269}" type="slidenum">
              <a:rPr lang="en-US" smtClean="0"/>
              <a:t>10</a:t>
            </a:fld>
            <a:endParaRPr lang="en-US" dirty="0"/>
          </a:p>
        </p:txBody>
      </p:sp>
    </p:spTree>
    <p:extLst>
      <p:ext uri="{BB962C8B-B14F-4D97-AF65-F5344CB8AC3E}">
        <p14:creationId xmlns:p14="http://schemas.microsoft.com/office/powerpoint/2010/main" val="4840823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BCEC7-2339-2DE5-DFAD-F8145C1EF1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09DE68-FB38-0B7A-8484-550B156669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7F4BA3-70A3-7543-781B-1B570065FD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7E531F-4C82-7F5E-84D2-A7958AA4FFA2}"/>
              </a:ext>
            </a:extLst>
          </p:cNvPr>
          <p:cNvSpPr>
            <a:spLocks noGrp="1"/>
          </p:cNvSpPr>
          <p:nvPr>
            <p:ph type="sldNum" sz="quarter" idx="5"/>
          </p:nvPr>
        </p:nvSpPr>
        <p:spPr/>
        <p:txBody>
          <a:bodyPr/>
          <a:lstStyle/>
          <a:p>
            <a:fld id="{D4B9A9E5-4F7F-4A7D-9DE1-899232329269}" type="slidenum">
              <a:rPr lang="en-US" smtClean="0"/>
              <a:t>11</a:t>
            </a:fld>
            <a:endParaRPr lang="en-US" dirty="0"/>
          </a:p>
        </p:txBody>
      </p:sp>
    </p:spTree>
    <p:extLst>
      <p:ext uri="{BB962C8B-B14F-4D97-AF65-F5344CB8AC3E}">
        <p14:creationId xmlns:p14="http://schemas.microsoft.com/office/powerpoint/2010/main" val="1153763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09A71-435F-7377-9C42-03BE8BDAC5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49CF0-FB07-1DCC-B39C-B9F01C13D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2BF646-3C4D-1866-05E0-399B98EAA2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A834CCA-0D84-7C3B-8031-24BAF4D5E8A2}"/>
              </a:ext>
            </a:extLst>
          </p:cNvPr>
          <p:cNvSpPr>
            <a:spLocks noGrp="1"/>
          </p:cNvSpPr>
          <p:nvPr>
            <p:ph type="sldNum" sz="quarter" idx="5"/>
          </p:nvPr>
        </p:nvSpPr>
        <p:spPr/>
        <p:txBody>
          <a:bodyPr/>
          <a:lstStyle/>
          <a:p>
            <a:fld id="{D4B9A9E5-4F7F-4A7D-9DE1-899232329269}" type="slidenum">
              <a:rPr lang="en-US" smtClean="0"/>
              <a:t>12</a:t>
            </a:fld>
            <a:endParaRPr lang="en-US" dirty="0"/>
          </a:p>
        </p:txBody>
      </p:sp>
    </p:spTree>
    <p:extLst>
      <p:ext uri="{BB962C8B-B14F-4D97-AF65-F5344CB8AC3E}">
        <p14:creationId xmlns:p14="http://schemas.microsoft.com/office/powerpoint/2010/main" val="4857813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786B8-0DCA-11D2-9D91-57A8FB6257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64298-20AF-F476-0D7D-BD9876F02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6761D-6D5C-5DB1-1D20-18409B246C3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251C29-EB3A-A85E-13E3-34AE14544118}"/>
              </a:ext>
            </a:extLst>
          </p:cNvPr>
          <p:cNvSpPr>
            <a:spLocks noGrp="1"/>
          </p:cNvSpPr>
          <p:nvPr>
            <p:ph type="sldNum" sz="quarter" idx="5"/>
          </p:nvPr>
        </p:nvSpPr>
        <p:spPr/>
        <p:txBody>
          <a:bodyPr/>
          <a:lstStyle/>
          <a:p>
            <a:fld id="{D4B9A9E5-4F7F-4A7D-9DE1-899232329269}" type="slidenum">
              <a:rPr lang="en-US" smtClean="0"/>
              <a:t>13</a:t>
            </a:fld>
            <a:endParaRPr lang="en-US" dirty="0"/>
          </a:p>
        </p:txBody>
      </p:sp>
    </p:spTree>
    <p:extLst>
      <p:ext uri="{BB962C8B-B14F-4D97-AF65-F5344CB8AC3E}">
        <p14:creationId xmlns:p14="http://schemas.microsoft.com/office/powerpoint/2010/main" val="950398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14</a:t>
            </a:fld>
            <a:endParaRPr lang="en-US" dirty="0"/>
          </a:p>
        </p:txBody>
      </p:sp>
    </p:spTree>
    <p:extLst>
      <p:ext uri="{BB962C8B-B14F-4D97-AF65-F5344CB8AC3E}">
        <p14:creationId xmlns:p14="http://schemas.microsoft.com/office/powerpoint/2010/main" val="24299665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18.svg"/><Relationship Id="rId4" Type="http://schemas.openxmlformats.org/officeDocument/2006/relationships/image" Target="../media/image17.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3.svg"/><Relationship Id="rId4" Type="http://schemas.openxmlformats.org/officeDocument/2006/relationships/image" Target="../media/image1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74996-9779-1D0F-B5C6-7FE85FFF1EF4}"/>
              </a:ext>
            </a:extLst>
          </p:cNvPr>
          <p:cNvSpPr>
            <a:spLocks noGrp="1"/>
          </p:cNvSpPr>
          <p:nvPr>
            <p:ph type="title" hasCustomPrompt="1"/>
          </p:nvPr>
        </p:nvSpPr>
        <p:spPr>
          <a:xfrm>
            <a:off x="6096000" y="2773681"/>
            <a:ext cx="5674360" cy="3200400"/>
          </a:xfrm>
        </p:spPr>
        <p:txBody>
          <a:bodyPr anchor="b">
            <a:normAutofit/>
          </a:bodyPr>
          <a:lstStyle>
            <a:lvl1pPr>
              <a:defRPr sz="4800">
                <a:solidFill>
                  <a:schemeClr val="bg1"/>
                </a:solidFill>
              </a:defRPr>
            </a:lvl1pPr>
          </a:lstStyle>
          <a:p>
            <a:r>
              <a:rPr lang="en-US" dirty="0"/>
              <a:t>Click to add title</a:t>
            </a:r>
          </a:p>
        </p:txBody>
      </p:sp>
      <p:pic>
        <p:nvPicPr>
          <p:cNvPr id="7" name="Graphic 6">
            <a:extLst>
              <a:ext uri="{FF2B5EF4-FFF2-40B4-BE49-F238E27FC236}">
                <a16:creationId xmlns:a16="http://schemas.microsoft.com/office/drawing/2014/main" id="{96B97173-A601-1D66-1651-4FE0D76A0BC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454" t="1728"/>
          <a:stretch/>
        </p:blipFill>
        <p:spPr>
          <a:xfrm>
            <a:off x="-1" y="0"/>
            <a:ext cx="8264995" cy="5320146"/>
          </a:xfrm>
          <a:prstGeom prst="rect">
            <a:avLst/>
          </a:prstGeom>
        </p:spPr>
      </p:pic>
    </p:spTree>
    <p:extLst>
      <p:ext uri="{BB962C8B-B14F-4D97-AF65-F5344CB8AC3E}">
        <p14:creationId xmlns:p14="http://schemas.microsoft.com/office/powerpoint/2010/main" val="3810847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0DFB311A-EAAD-7656-C753-E8C73994853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4533" t="18691" r="1" b="-131"/>
          <a:stretch/>
        </p:blipFill>
        <p:spPr>
          <a:xfrm rot="5400000">
            <a:off x="7851419" y="-1244552"/>
            <a:ext cx="3096029" cy="5585137"/>
          </a:xfrm>
          <a:custGeom>
            <a:avLst/>
            <a:gdLst>
              <a:gd name="connsiteX0" fmla="*/ 0 w 1756624"/>
              <a:gd name="connsiteY0" fmla="*/ 0 h 6858000"/>
              <a:gd name="connsiteX1" fmla="*/ 1756624 w 1756624"/>
              <a:gd name="connsiteY1" fmla="*/ 0 h 6858000"/>
              <a:gd name="connsiteX2" fmla="*/ 1756624 w 1756624"/>
              <a:gd name="connsiteY2" fmla="*/ 6858000 h 6858000"/>
              <a:gd name="connsiteX3" fmla="*/ 0 w 175662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756624" h="6858000">
                <a:moveTo>
                  <a:pt x="0" y="0"/>
                </a:moveTo>
                <a:lnTo>
                  <a:pt x="1756624" y="0"/>
                </a:lnTo>
                <a:lnTo>
                  <a:pt x="1756624" y="6858000"/>
                </a:lnTo>
                <a:lnTo>
                  <a:pt x="0" y="6858000"/>
                </a:lnTo>
                <a:close/>
              </a:path>
            </a:pathLst>
          </a:custGeom>
        </p:spPr>
      </p:pic>
      <p:pic>
        <p:nvPicPr>
          <p:cNvPr id="10" name="Graphic 9">
            <a:extLst>
              <a:ext uri="{FF2B5EF4-FFF2-40B4-BE49-F238E27FC236}">
                <a16:creationId xmlns:a16="http://schemas.microsoft.com/office/drawing/2014/main" id="{1612F0DE-D367-10BB-1F71-60AA6527CAD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151" r="18577"/>
          <a:stretch/>
        </p:blipFill>
        <p:spPr>
          <a:xfrm>
            <a:off x="7010400" y="0"/>
            <a:ext cx="5181600" cy="6858000"/>
          </a:xfrm>
          <a:prstGeom prst="rect">
            <a:avLst/>
          </a:prstGeom>
        </p:spPr>
      </p:pic>
      <p:sp>
        <p:nvSpPr>
          <p:cNvPr id="2" name="Title 1">
            <a:extLst>
              <a:ext uri="{FF2B5EF4-FFF2-40B4-BE49-F238E27FC236}">
                <a16:creationId xmlns:a16="http://schemas.microsoft.com/office/drawing/2014/main" id="{4F4F5799-FC34-2F2D-D11E-9B472CAF066E}"/>
              </a:ext>
            </a:extLst>
          </p:cNvPr>
          <p:cNvSpPr>
            <a:spLocks noGrp="1"/>
          </p:cNvSpPr>
          <p:nvPr>
            <p:ph type="title" hasCustomPrompt="1"/>
          </p:nvPr>
        </p:nvSpPr>
        <p:spPr>
          <a:xfrm>
            <a:off x="914400" y="315533"/>
            <a:ext cx="5181600" cy="2376868"/>
          </a:xfrm>
        </p:spPr>
        <p:txBody>
          <a:bodyPr anchor="b">
            <a:normAutofit/>
          </a:bodyPr>
          <a:lstStyle>
            <a:lvl1pPr>
              <a:defRPr sz="3200"/>
            </a:lvl1pPr>
          </a:lstStyle>
          <a:p>
            <a:r>
              <a:rPr lang="en-US" dirty="0"/>
              <a:t>Click to add title</a:t>
            </a:r>
          </a:p>
        </p:txBody>
      </p:sp>
      <p:sp>
        <p:nvSpPr>
          <p:cNvPr id="8" name="Content Placeholder 7">
            <a:extLst>
              <a:ext uri="{FF2B5EF4-FFF2-40B4-BE49-F238E27FC236}">
                <a16:creationId xmlns:a16="http://schemas.microsoft.com/office/drawing/2014/main" id="{2575025C-084B-CD7A-F546-0E13BA13CFEF}"/>
              </a:ext>
            </a:extLst>
          </p:cNvPr>
          <p:cNvSpPr>
            <a:spLocks noGrp="1"/>
          </p:cNvSpPr>
          <p:nvPr>
            <p:ph sz="quarter" idx="10" hasCustomPrompt="1"/>
          </p:nvPr>
        </p:nvSpPr>
        <p:spPr>
          <a:xfrm>
            <a:off x="914400" y="2844800"/>
            <a:ext cx="5181600" cy="3128963"/>
          </a:xfrm>
        </p:spPr>
        <p:txBody>
          <a:bodyPr>
            <a:normAutofit/>
          </a:bodyPr>
          <a:lstStyle>
            <a:lvl1pPr marL="0" indent="0">
              <a:lnSpc>
                <a:spcPct val="120000"/>
              </a:lnSpc>
              <a:buNone/>
              <a:defRPr sz="2000"/>
            </a:lvl1pPr>
            <a:lvl2pPr>
              <a:lnSpc>
                <a:spcPct val="120000"/>
              </a:lnSpc>
              <a:defRPr sz="1800"/>
            </a:lvl2pPr>
            <a:lvl3pPr>
              <a:lnSpc>
                <a:spcPct val="120000"/>
              </a:lnSpc>
              <a:defRPr sz="1600"/>
            </a:lvl3pPr>
            <a:lvl4pPr>
              <a:lnSpc>
                <a:spcPct val="120000"/>
              </a:lnSpc>
              <a:defRPr sz="1400"/>
            </a:lvl4pPr>
            <a:lvl5pPr>
              <a:lnSpc>
                <a:spcPct val="120000"/>
              </a:lnSpc>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3238750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B5DE041D-A3BF-94FF-029C-719D4DADA21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3300" t="13815"/>
          <a:stretch/>
        </p:blipFill>
        <p:spPr>
          <a:xfrm>
            <a:off x="0" y="-1"/>
            <a:ext cx="4239206" cy="3776193"/>
          </a:xfrm>
          <a:prstGeom prst="rect">
            <a:avLst/>
          </a:prstGeom>
        </p:spPr>
      </p:pic>
      <p:sp>
        <p:nvSpPr>
          <p:cNvPr id="2" name="Title 1">
            <a:extLst>
              <a:ext uri="{FF2B5EF4-FFF2-40B4-BE49-F238E27FC236}">
                <a16:creationId xmlns:a16="http://schemas.microsoft.com/office/drawing/2014/main" id="{0DEE605D-0584-F71C-A97D-B672F13E3911}"/>
              </a:ext>
            </a:extLst>
          </p:cNvPr>
          <p:cNvSpPr>
            <a:spLocks noGrp="1"/>
          </p:cNvSpPr>
          <p:nvPr>
            <p:ph type="title" hasCustomPrompt="1"/>
          </p:nvPr>
        </p:nvSpPr>
        <p:spPr>
          <a:xfrm>
            <a:off x="914400" y="2580640"/>
            <a:ext cx="5181600" cy="3368819"/>
          </a:xfrm>
        </p:spPr>
        <p:txBody>
          <a:bodyPr anchor="b">
            <a:normAutofit/>
          </a:bodyPr>
          <a:lstStyle>
            <a:lvl1pPr>
              <a:defRPr sz="4800">
                <a:solidFill>
                  <a:schemeClr val="bg1"/>
                </a:solidFill>
              </a:defRPr>
            </a:lvl1pPr>
          </a:lstStyle>
          <a:p>
            <a:r>
              <a:rPr lang="en-US" dirty="0"/>
              <a:t>Click to add title</a:t>
            </a:r>
          </a:p>
        </p:txBody>
      </p:sp>
      <p:sp>
        <p:nvSpPr>
          <p:cNvPr id="9" name="Picture Placeholder 8">
            <a:extLst>
              <a:ext uri="{FF2B5EF4-FFF2-40B4-BE49-F238E27FC236}">
                <a16:creationId xmlns:a16="http://schemas.microsoft.com/office/drawing/2014/main" id="{59AF635C-89E6-F6EF-FA6A-417A9A84BF4A}"/>
              </a:ext>
            </a:extLst>
          </p:cNvPr>
          <p:cNvSpPr>
            <a:spLocks noGrp="1"/>
          </p:cNvSpPr>
          <p:nvPr>
            <p:ph type="pic" sz="quarter" idx="10" hasCustomPrompt="1"/>
          </p:nvPr>
        </p:nvSpPr>
        <p:spPr>
          <a:xfrm>
            <a:off x="6085840" y="-10159"/>
            <a:ext cx="6116320" cy="6868160"/>
          </a:xfrm>
          <a:custGeom>
            <a:avLst/>
            <a:gdLst>
              <a:gd name="connsiteX0" fmla="*/ 0 w 6116320"/>
              <a:gd name="connsiteY0" fmla="*/ 0 h 6880225"/>
              <a:gd name="connsiteX1" fmla="*/ 6116320 w 6116320"/>
              <a:gd name="connsiteY1" fmla="*/ 0 h 6880225"/>
              <a:gd name="connsiteX2" fmla="*/ 6116320 w 6116320"/>
              <a:gd name="connsiteY2" fmla="*/ 6880225 h 6880225"/>
              <a:gd name="connsiteX3" fmla="*/ 0 w 6116320"/>
              <a:gd name="connsiteY3" fmla="*/ 6880225 h 6880225"/>
              <a:gd name="connsiteX4" fmla="*/ 0 w 6116320"/>
              <a:gd name="connsiteY4" fmla="*/ 0 h 6880225"/>
              <a:gd name="connsiteX0" fmla="*/ 0 w 6116320"/>
              <a:gd name="connsiteY0" fmla="*/ 0 h 6880225"/>
              <a:gd name="connsiteX1" fmla="*/ 6116320 w 6116320"/>
              <a:gd name="connsiteY1" fmla="*/ 0 h 6880225"/>
              <a:gd name="connsiteX2" fmla="*/ 6116320 w 6116320"/>
              <a:gd name="connsiteY2" fmla="*/ 6880225 h 6880225"/>
              <a:gd name="connsiteX3" fmla="*/ 2052320 w 6116320"/>
              <a:gd name="connsiteY3" fmla="*/ 6880225 h 6880225"/>
              <a:gd name="connsiteX4" fmla="*/ 0 w 6116320"/>
              <a:gd name="connsiteY4" fmla="*/ 0 h 6880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116320" h="6880225">
                <a:moveTo>
                  <a:pt x="0" y="0"/>
                </a:moveTo>
                <a:lnTo>
                  <a:pt x="6116320" y="0"/>
                </a:lnTo>
                <a:lnTo>
                  <a:pt x="6116320" y="6880225"/>
                </a:lnTo>
                <a:lnTo>
                  <a:pt x="2052320" y="6880225"/>
                </a:lnTo>
                <a:lnTo>
                  <a:pt x="0" y="0"/>
                </a:lnTo>
                <a:close/>
              </a:path>
            </a:pathLst>
          </a:custGeom>
        </p:spPr>
        <p:txBody>
          <a:bodyPr>
            <a:normAutofit/>
          </a:bodyPr>
          <a:lstStyle>
            <a:lvl1pPr marL="0" indent="0" algn="ctr">
              <a:buNone/>
              <a:defRPr sz="2000">
                <a:solidFill>
                  <a:schemeClr val="bg1"/>
                </a:solidFill>
              </a:defRPr>
            </a:lvl1pPr>
          </a:lstStyle>
          <a:p>
            <a:r>
              <a:rPr lang="en-US" dirty="0"/>
              <a:t>Click icon to insert picture</a:t>
            </a:r>
          </a:p>
        </p:txBody>
      </p:sp>
    </p:spTree>
    <p:extLst>
      <p:ext uri="{BB962C8B-B14F-4D97-AF65-F5344CB8AC3E}">
        <p14:creationId xmlns:p14="http://schemas.microsoft.com/office/powerpoint/2010/main" val="736789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2B74EE53-DB22-C27E-074F-A7129585FE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5158" t="-5374" b="78533"/>
          <a:stretch/>
        </p:blipFill>
        <p:spPr>
          <a:xfrm rot="10800000">
            <a:off x="6324600" y="0"/>
            <a:ext cx="5867400" cy="1647324"/>
          </a:xfrm>
          <a:prstGeom prst="rect">
            <a:avLst/>
          </a:prstGeom>
        </p:spPr>
      </p:pic>
      <p:sp>
        <p:nvSpPr>
          <p:cNvPr id="2" name="Title 1">
            <a:extLst>
              <a:ext uri="{FF2B5EF4-FFF2-40B4-BE49-F238E27FC236}">
                <a16:creationId xmlns:a16="http://schemas.microsoft.com/office/drawing/2014/main" id="{278AEF0C-FA4B-8C23-0132-5529EC244F9E}"/>
              </a:ext>
            </a:extLst>
          </p:cNvPr>
          <p:cNvSpPr>
            <a:spLocks noGrp="1"/>
          </p:cNvSpPr>
          <p:nvPr>
            <p:ph type="title" hasCustomPrompt="1"/>
          </p:nvPr>
        </p:nvSpPr>
        <p:spPr>
          <a:xfrm>
            <a:off x="6126480" y="1310639"/>
            <a:ext cx="4805997" cy="2689629"/>
          </a:xfrm>
        </p:spPr>
        <p:txBody>
          <a:bodyPr anchor="b">
            <a:normAutofit/>
          </a:bodyPr>
          <a:lstStyle>
            <a:lvl1pPr>
              <a:defRPr sz="4800"/>
            </a:lvl1pPr>
          </a:lstStyle>
          <a:p>
            <a:r>
              <a:rPr lang="en-US" dirty="0"/>
              <a:t>Click to add title</a:t>
            </a:r>
          </a:p>
        </p:txBody>
      </p:sp>
      <p:sp>
        <p:nvSpPr>
          <p:cNvPr id="12" name="Picture Placeholder 11">
            <a:extLst>
              <a:ext uri="{FF2B5EF4-FFF2-40B4-BE49-F238E27FC236}">
                <a16:creationId xmlns:a16="http://schemas.microsoft.com/office/drawing/2014/main" id="{B3DD4867-9B0B-647C-1F78-5E50BF30F089}"/>
              </a:ext>
            </a:extLst>
          </p:cNvPr>
          <p:cNvSpPr>
            <a:spLocks noGrp="1"/>
          </p:cNvSpPr>
          <p:nvPr>
            <p:ph type="pic" sz="quarter" idx="11"/>
          </p:nvPr>
        </p:nvSpPr>
        <p:spPr>
          <a:xfrm>
            <a:off x="0" y="-1016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053840 w 6096000"/>
              <a:gd name="connsiteY2" fmla="*/ 6858000 h 6858000"/>
              <a:gd name="connsiteX3" fmla="*/ 0 w 6096000"/>
              <a:gd name="connsiteY3" fmla="*/ 6858000 h 6858000"/>
              <a:gd name="connsiteX4" fmla="*/ 0 w 6096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58000">
                <a:moveTo>
                  <a:pt x="0" y="0"/>
                </a:moveTo>
                <a:lnTo>
                  <a:pt x="6096000" y="0"/>
                </a:lnTo>
                <a:lnTo>
                  <a:pt x="4053840" y="6858000"/>
                </a:lnTo>
                <a:lnTo>
                  <a:pt x="0" y="6858000"/>
                </a:lnTo>
                <a:lnTo>
                  <a:pt x="0" y="0"/>
                </a:lnTo>
                <a:close/>
              </a:path>
            </a:pathLst>
          </a:custGeom>
        </p:spPr>
        <p:txBody>
          <a:bodyPr>
            <a:normAutofit/>
          </a:bodyPr>
          <a:lstStyle>
            <a:lvl1pPr marL="0" indent="0" algn="ctr">
              <a:buNone/>
              <a:defRPr sz="2000"/>
            </a:lvl1pPr>
          </a:lstStyle>
          <a:p>
            <a:r>
              <a:rPr lang="en-GB"/>
              <a:t>Click icon to add picture</a:t>
            </a:r>
            <a:endParaRPr lang="en-US" dirty="0"/>
          </a:p>
        </p:txBody>
      </p:sp>
      <p:sp>
        <p:nvSpPr>
          <p:cNvPr id="10" name="Content Placeholder 9">
            <a:extLst>
              <a:ext uri="{FF2B5EF4-FFF2-40B4-BE49-F238E27FC236}">
                <a16:creationId xmlns:a16="http://schemas.microsoft.com/office/drawing/2014/main" id="{BFF4D65D-965A-5E86-4D91-C72D1D03A8B9}"/>
              </a:ext>
            </a:extLst>
          </p:cNvPr>
          <p:cNvSpPr>
            <a:spLocks noGrp="1"/>
          </p:cNvSpPr>
          <p:nvPr>
            <p:ph sz="quarter" idx="10" hasCustomPrompt="1"/>
          </p:nvPr>
        </p:nvSpPr>
        <p:spPr>
          <a:xfrm>
            <a:off x="6126163" y="4172990"/>
            <a:ext cx="4805997" cy="2389736"/>
          </a:xfrm>
        </p:spPr>
        <p:txBody>
          <a:bodyPr>
            <a:normAutofit/>
          </a:bodyPr>
          <a:lstStyle>
            <a:lvl1pPr marL="0" indent="0">
              <a:buFont typeface="Arial" panose="020B0604020202020204" pitchFamily="34" charse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63656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4C9F686-E069-3B60-9625-01EE6A41D75D}"/>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5239"/>
          <a:stretch/>
        </p:blipFill>
        <p:spPr>
          <a:xfrm flipH="1">
            <a:off x="9135414" y="0"/>
            <a:ext cx="3056586" cy="6858000"/>
          </a:xfrm>
          <a:custGeom>
            <a:avLst/>
            <a:gdLst>
              <a:gd name="connsiteX0" fmla="*/ 4284372 w 4284372"/>
              <a:gd name="connsiteY0" fmla="*/ 0 h 6858000"/>
              <a:gd name="connsiteX1" fmla="*/ 0 w 4284372"/>
              <a:gd name="connsiteY1" fmla="*/ 0 h 6858000"/>
              <a:gd name="connsiteX2" fmla="*/ 0 w 4284372"/>
              <a:gd name="connsiteY2" fmla="*/ 6858000 h 6858000"/>
              <a:gd name="connsiteX3" fmla="*/ 4284372 w 428437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284372" h="6858000">
                <a:moveTo>
                  <a:pt x="4284372" y="0"/>
                </a:moveTo>
                <a:lnTo>
                  <a:pt x="0" y="0"/>
                </a:lnTo>
                <a:lnTo>
                  <a:pt x="0" y="6858000"/>
                </a:lnTo>
                <a:lnTo>
                  <a:pt x="4284372" y="6858000"/>
                </a:lnTo>
                <a:close/>
              </a:path>
            </a:pathLst>
          </a:custGeom>
        </p:spPr>
      </p:pic>
      <p:pic>
        <p:nvPicPr>
          <p:cNvPr id="9" name="Graphic 8">
            <a:extLst>
              <a:ext uri="{FF2B5EF4-FFF2-40B4-BE49-F238E27FC236}">
                <a16:creationId xmlns:a16="http://schemas.microsoft.com/office/drawing/2014/main" id="{6D7227F9-50F9-820B-69B7-924C02120466}"/>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b="2330"/>
          <a:stretch/>
        </p:blipFill>
        <p:spPr>
          <a:xfrm>
            <a:off x="7810500" y="3025140"/>
            <a:ext cx="4381500" cy="3832860"/>
          </a:xfrm>
          <a:prstGeom prst="rect">
            <a:avLst/>
          </a:prstGeom>
        </p:spPr>
      </p:pic>
      <p:sp>
        <p:nvSpPr>
          <p:cNvPr id="2" name="Title 1">
            <a:extLst>
              <a:ext uri="{FF2B5EF4-FFF2-40B4-BE49-F238E27FC236}">
                <a16:creationId xmlns:a16="http://schemas.microsoft.com/office/drawing/2014/main" id="{448D1E69-316E-A8E1-7ADA-040A0E490730}"/>
              </a:ext>
            </a:extLst>
          </p:cNvPr>
          <p:cNvSpPr>
            <a:spLocks noGrp="1"/>
          </p:cNvSpPr>
          <p:nvPr>
            <p:ph type="title" hasCustomPrompt="1"/>
          </p:nvPr>
        </p:nvSpPr>
        <p:spPr>
          <a:xfrm>
            <a:off x="914399" y="365125"/>
            <a:ext cx="7273637" cy="1646555"/>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61069CA0-E0AB-99C6-10DB-13AAC019DD7D}"/>
              </a:ext>
            </a:extLst>
          </p:cNvPr>
          <p:cNvSpPr>
            <a:spLocks noGrp="1"/>
          </p:cNvSpPr>
          <p:nvPr>
            <p:ph sz="quarter" idx="10" hasCustomPrompt="1"/>
          </p:nvPr>
        </p:nvSpPr>
        <p:spPr>
          <a:xfrm>
            <a:off x="914399" y="2011363"/>
            <a:ext cx="7273638" cy="4155757"/>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281521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Content and left Image 1">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4589277D-BC14-E7E0-5822-5575F563E1C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039100" y="228600"/>
            <a:ext cx="4381500" cy="3924300"/>
          </a:xfrm>
          <a:prstGeom prst="rect">
            <a:avLst/>
          </a:prstGeom>
        </p:spPr>
      </p:pic>
      <p:sp>
        <p:nvSpPr>
          <p:cNvPr id="2" name="Title 1">
            <a:extLst>
              <a:ext uri="{FF2B5EF4-FFF2-40B4-BE49-F238E27FC236}">
                <a16:creationId xmlns:a16="http://schemas.microsoft.com/office/drawing/2014/main" id="{4FDB1BDE-C8F3-ACC0-740B-CBD8128777D5}"/>
              </a:ext>
            </a:extLst>
          </p:cNvPr>
          <p:cNvSpPr>
            <a:spLocks noGrp="1"/>
          </p:cNvSpPr>
          <p:nvPr>
            <p:ph type="title"/>
          </p:nvPr>
        </p:nvSpPr>
        <p:spPr>
          <a:xfrm>
            <a:off x="6096000" y="375285"/>
            <a:ext cx="4896678" cy="3624984"/>
          </a:xfrm>
        </p:spPr>
        <p:txBody>
          <a:bodyPr anchor="b">
            <a:normAutofit/>
          </a:bodyPr>
          <a:lstStyle>
            <a:lvl1pPr>
              <a:defRPr sz="4800">
                <a:solidFill>
                  <a:schemeClr val="bg1"/>
                </a:solidFill>
              </a:defRPr>
            </a:lvl1pPr>
          </a:lstStyle>
          <a:p>
            <a:r>
              <a:rPr lang="en-GB"/>
              <a:t>Click to edit Master title style</a:t>
            </a:r>
            <a:endParaRPr lang="en-US" dirty="0"/>
          </a:p>
        </p:txBody>
      </p:sp>
      <p:sp>
        <p:nvSpPr>
          <p:cNvPr id="11" name="Picture Placeholder 10">
            <a:extLst>
              <a:ext uri="{FF2B5EF4-FFF2-40B4-BE49-F238E27FC236}">
                <a16:creationId xmlns:a16="http://schemas.microsoft.com/office/drawing/2014/main" id="{128597A3-47D0-F393-55D9-07FFD951F396}"/>
              </a:ext>
            </a:extLst>
          </p:cNvPr>
          <p:cNvSpPr>
            <a:spLocks noGrp="1"/>
          </p:cNvSpPr>
          <p:nvPr>
            <p:ph type="pic" sz="quarter" idx="11"/>
          </p:nvPr>
        </p:nvSpPr>
        <p:spPr>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405384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586 w 6096586"/>
              <a:gd name="connsiteY0" fmla="*/ 0 h 6858000"/>
              <a:gd name="connsiteX1" fmla="*/ 4054426 w 6096586"/>
              <a:gd name="connsiteY1" fmla="*/ 0 h 6858000"/>
              <a:gd name="connsiteX2" fmla="*/ 6096586 w 6096586"/>
              <a:gd name="connsiteY2" fmla="*/ 6858000 h 6858000"/>
              <a:gd name="connsiteX3" fmla="*/ 586 w 6096586"/>
              <a:gd name="connsiteY3" fmla="*/ 6858000 h 6858000"/>
              <a:gd name="connsiteX4" fmla="*/ 586 w 6096586"/>
              <a:gd name="connsiteY4" fmla="*/ 3669792 h 6858000"/>
              <a:gd name="connsiteX5" fmla="*/ 586 w 6096586"/>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 name="connsiteX0" fmla="*/ 0 w 6096000"/>
              <a:gd name="connsiteY0" fmla="*/ 0 h 6858000"/>
              <a:gd name="connsiteX1" fmla="*/ 4053840 w 6096000"/>
              <a:gd name="connsiteY1" fmla="*/ 0 h 6858000"/>
              <a:gd name="connsiteX2" fmla="*/ 6096000 w 6096000"/>
              <a:gd name="connsiteY2" fmla="*/ 6858000 h 6858000"/>
              <a:gd name="connsiteX3" fmla="*/ 950976 w 6096000"/>
              <a:gd name="connsiteY3" fmla="*/ 6858000 h 6858000"/>
              <a:gd name="connsiteX4" fmla="*/ 0 w 6096000"/>
              <a:gd name="connsiteY4" fmla="*/ 3669792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4053840" y="0"/>
                </a:lnTo>
                <a:lnTo>
                  <a:pt x="6096000" y="6858000"/>
                </a:lnTo>
                <a:lnTo>
                  <a:pt x="950976" y="6858000"/>
                </a:lnTo>
                <a:lnTo>
                  <a:pt x="0" y="3669792"/>
                </a:lnTo>
                <a:lnTo>
                  <a:pt x="0" y="0"/>
                </a:lnTo>
                <a:close/>
              </a:path>
            </a:pathLst>
          </a:custGeom>
        </p:spPr>
        <p:txBody>
          <a:bodyPr>
            <a:normAutofit/>
          </a:bodyPr>
          <a:lstStyle>
            <a:lvl1pPr marL="0" indent="0" algn="l">
              <a:buNone/>
              <a:defRPr sz="2000">
                <a:solidFill>
                  <a:schemeClr val="bg1"/>
                </a:solidFill>
              </a:defRPr>
            </a:lvl1pPr>
          </a:lstStyle>
          <a:p>
            <a:r>
              <a:rPr lang="en-GB"/>
              <a:t>Click icon to add picture</a:t>
            </a:r>
            <a:endParaRPr lang="en-US" dirty="0"/>
          </a:p>
        </p:txBody>
      </p:sp>
      <p:sp>
        <p:nvSpPr>
          <p:cNvPr id="9" name="Content Placeholder 10">
            <a:extLst>
              <a:ext uri="{FF2B5EF4-FFF2-40B4-BE49-F238E27FC236}">
                <a16:creationId xmlns:a16="http://schemas.microsoft.com/office/drawing/2014/main" id="{4BF260CE-C6E3-AE7A-DB8E-A72A1CF5B54E}"/>
              </a:ext>
            </a:extLst>
          </p:cNvPr>
          <p:cNvSpPr>
            <a:spLocks noGrp="1"/>
          </p:cNvSpPr>
          <p:nvPr>
            <p:ph sz="quarter" idx="10" hasCustomPrompt="1"/>
          </p:nvPr>
        </p:nvSpPr>
        <p:spPr>
          <a:xfrm>
            <a:off x="6096000" y="4172990"/>
            <a:ext cx="4896677" cy="2309726"/>
          </a:xfrm>
        </p:spPr>
        <p:txBody>
          <a:bodyPr>
            <a:normAutofit/>
          </a:bodyPr>
          <a:lstStyle>
            <a:lvl1pPr marL="0" indent="0">
              <a:spcBef>
                <a:spcPts val="0"/>
              </a:spcBef>
              <a:spcAft>
                <a:spcPts val="1200"/>
              </a:spcAft>
              <a:buNone/>
              <a:defRPr sz="2000">
                <a:solidFill>
                  <a:schemeClr val="bg1"/>
                </a:solidFill>
              </a:defRPr>
            </a:lvl1pPr>
            <a:lvl2pPr marL="742950" indent="-285750">
              <a:spcBef>
                <a:spcPts val="0"/>
              </a:spcBef>
              <a:spcAft>
                <a:spcPts val="1200"/>
              </a:spcAft>
              <a:buFont typeface="Arial" panose="020B0604020202020204" pitchFamily="34" charset="0"/>
              <a:buChar char="•"/>
              <a:defRPr sz="1800">
                <a:solidFill>
                  <a:schemeClr val="bg1"/>
                </a:solidFill>
              </a:defRPr>
            </a:lvl2pPr>
            <a:lvl3pPr marL="1200150" indent="-285750">
              <a:spcBef>
                <a:spcPts val="0"/>
              </a:spcBef>
              <a:spcAft>
                <a:spcPts val="1200"/>
              </a:spcAft>
              <a:buFont typeface="Arial" panose="020B0604020202020204" pitchFamily="34" charset="0"/>
              <a:buChar char="•"/>
              <a:defRPr sz="1600">
                <a:solidFill>
                  <a:schemeClr val="bg1"/>
                </a:solidFill>
              </a:defRPr>
            </a:lvl3pPr>
            <a:lvl4pPr marL="1657350" indent="-285750">
              <a:spcBef>
                <a:spcPts val="0"/>
              </a:spcBef>
              <a:spcAft>
                <a:spcPts val="1200"/>
              </a:spcAft>
              <a:buFont typeface="Arial" panose="020B0604020202020204" pitchFamily="34" charset="0"/>
              <a:buChar char="•"/>
              <a:defRPr sz="1400">
                <a:solidFill>
                  <a:schemeClr val="bg1"/>
                </a:solidFill>
              </a:defRPr>
            </a:lvl4pPr>
            <a:lvl5pPr marL="2114550" indent="-285750">
              <a:spcBef>
                <a:spcPts val="0"/>
              </a:spcBef>
              <a:spcAft>
                <a:spcPts val="1200"/>
              </a:spcAft>
              <a:buFont typeface="Arial" panose="020B0604020202020204" pitchFamily="34" charset="0"/>
              <a:buChar char="•"/>
              <a:defRPr sz="1400">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89111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1">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6E20435-B9A5-359D-133D-5D3EED409CD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55" t="41988" r="53993" b="33420"/>
          <a:stretch/>
        </p:blipFill>
        <p:spPr>
          <a:xfrm rot="10800000">
            <a:off x="9198864" y="-5"/>
            <a:ext cx="2993136" cy="1517907"/>
          </a:xfrm>
          <a:prstGeom prst="rect">
            <a:avLst/>
          </a:prstGeom>
        </p:spPr>
      </p:pic>
      <p:pic>
        <p:nvPicPr>
          <p:cNvPr id="9" name="Graphic 8">
            <a:extLst>
              <a:ext uri="{FF2B5EF4-FFF2-40B4-BE49-F238E27FC236}">
                <a16:creationId xmlns:a16="http://schemas.microsoft.com/office/drawing/2014/main" id="{7B99CAE4-AA9B-52BA-7DE8-8245CE705D35}"/>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5445" t="24819" r="46503"/>
          <a:stretch/>
        </p:blipFill>
        <p:spPr>
          <a:xfrm rot="16200000">
            <a:off x="961221" y="4525179"/>
            <a:ext cx="1371600" cy="3294042"/>
          </a:xfrm>
          <a:prstGeom prst="rect">
            <a:avLst/>
          </a:prstGeom>
        </p:spPr>
      </p:pic>
      <p:sp>
        <p:nvSpPr>
          <p:cNvPr id="10" name="Title 9">
            <a:extLst>
              <a:ext uri="{FF2B5EF4-FFF2-40B4-BE49-F238E27FC236}">
                <a16:creationId xmlns:a16="http://schemas.microsoft.com/office/drawing/2014/main" id="{28DFE681-710B-6FE5-B8E0-3BC9DB9F12D1}"/>
              </a:ext>
            </a:extLst>
          </p:cNvPr>
          <p:cNvSpPr>
            <a:spLocks noGrp="1"/>
          </p:cNvSpPr>
          <p:nvPr>
            <p:ph type="title" hasCustomPrompt="1"/>
          </p:nvPr>
        </p:nvSpPr>
        <p:spPr>
          <a:xfrm>
            <a:off x="914399" y="365125"/>
            <a:ext cx="10363201" cy="1629601"/>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3FE383D3-6A16-1891-FF52-470B26B94042}"/>
              </a:ext>
            </a:extLst>
          </p:cNvPr>
          <p:cNvSpPr>
            <a:spLocks noGrp="1"/>
          </p:cNvSpPr>
          <p:nvPr>
            <p:ph sz="quarter" idx="10" hasCustomPrompt="1"/>
          </p:nvPr>
        </p:nvSpPr>
        <p:spPr>
          <a:xfrm>
            <a:off x="914399"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74B5EB04-CA6E-7417-56DF-A55B21E94B74}"/>
              </a:ext>
            </a:extLst>
          </p:cNvPr>
          <p:cNvSpPr>
            <a:spLocks noGrp="1"/>
          </p:cNvSpPr>
          <p:nvPr>
            <p:ph sz="quarter" idx="11" hasCustomPrompt="1"/>
          </p:nvPr>
        </p:nvSpPr>
        <p:spPr>
          <a:xfrm>
            <a:off x="6284891" y="2022250"/>
            <a:ext cx="499270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34177926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ntent 2">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A783FA55-EF1D-66CF-8FD5-29086D71E62F}"/>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981" t="40714" r="61027" b="44471"/>
          <a:stretch/>
        </p:blipFill>
        <p:spPr>
          <a:xfrm rot="10800000" flipV="1">
            <a:off x="-26830" y="5950040"/>
            <a:ext cx="2513521" cy="914400"/>
          </a:xfrm>
          <a:prstGeom prst="rect">
            <a:avLst/>
          </a:prstGeom>
        </p:spPr>
      </p:pic>
      <p:pic>
        <p:nvPicPr>
          <p:cNvPr id="9" name="Graphic 8">
            <a:extLst>
              <a:ext uri="{FF2B5EF4-FFF2-40B4-BE49-F238E27FC236}">
                <a16:creationId xmlns:a16="http://schemas.microsoft.com/office/drawing/2014/main" id="{542CEFED-8DE0-0155-A5B6-A44051A6D034}"/>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18883" t="18052" r="46636"/>
          <a:stretch/>
        </p:blipFill>
        <p:spPr>
          <a:xfrm rot="16200000" flipH="1" flipV="1">
            <a:off x="9553763" y="-952310"/>
            <a:ext cx="1685928" cy="3590547"/>
          </a:xfrm>
          <a:prstGeom prst="rect">
            <a:avLst/>
          </a:prstGeom>
        </p:spPr>
      </p:pic>
      <p:sp>
        <p:nvSpPr>
          <p:cNvPr id="10" name="Title 9">
            <a:extLst>
              <a:ext uri="{FF2B5EF4-FFF2-40B4-BE49-F238E27FC236}">
                <a16:creationId xmlns:a16="http://schemas.microsoft.com/office/drawing/2014/main" id="{57FC493E-284F-ADBA-D92D-883CAB13ADCA}"/>
              </a:ext>
            </a:extLst>
          </p:cNvPr>
          <p:cNvSpPr>
            <a:spLocks noGrp="1"/>
          </p:cNvSpPr>
          <p:nvPr>
            <p:ph type="title" hasCustomPrompt="1"/>
          </p:nvPr>
        </p:nvSpPr>
        <p:spPr>
          <a:xfrm>
            <a:off x="914398" y="365125"/>
            <a:ext cx="10439401" cy="161701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4B8B2035-4AA9-D25E-9F15-3ED36F734D13}"/>
              </a:ext>
            </a:extLst>
          </p:cNvPr>
          <p:cNvSpPr>
            <a:spLocks noGrp="1"/>
          </p:cNvSpPr>
          <p:nvPr>
            <p:ph sz="quarter" idx="10" hasCustomPrompt="1"/>
          </p:nvPr>
        </p:nvSpPr>
        <p:spPr>
          <a:xfrm>
            <a:off x="914399" y="2022250"/>
            <a:ext cx="3310129" cy="3747180"/>
          </a:xfrm>
        </p:spPr>
        <p:txBody>
          <a:bodyPr>
            <a:normAutofit/>
          </a:bodyPr>
          <a:lstStyle>
            <a:lvl1pPr>
              <a:spcBef>
                <a:spcPts val="0"/>
              </a:spcBef>
              <a:spcAft>
                <a:spcPts val="1200"/>
              </a:spcAft>
              <a:defRPr sz="2000" b="1"/>
            </a:lvl1pPr>
            <a:lvl2pPr>
              <a:spcBef>
                <a:spcPts val="0"/>
              </a:spcBef>
              <a:spcAft>
                <a:spcPts val="1200"/>
              </a:spcAft>
              <a:defRPr sz="1800" b="1"/>
            </a:lvl2pPr>
            <a:lvl3pPr>
              <a:spcBef>
                <a:spcPts val="0"/>
              </a:spcBef>
              <a:spcAft>
                <a:spcPts val="1200"/>
              </a:spcAft>
              <a:defRPr sz="1600" b="1"/>
            </a:lvl3pPr>
            <a:lvl4pPr>
              <a:spcBef>
                <a:spcPts val="0"/>
              </a:spcBef>
              <a:spcAft>
                <a:spcPts val="1200"/>
              </a:spcAft>
              <a:defRPr sz="1400" b="1"/>
            </a:lvl4pPr>
            <a:lvl5pPr>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6A694422-6B3E-3D80-AC41-FD1CED52ACAB}"/>
              </a:ext>
            </a:extLst>
          </p:cNvPr>
          <p:cNvSpPr>
            <a:spLocks noGrp="1"/>
          </p:cNvSpPr>
          <p:nvPr>
            <p:ph sz="quarter" idx="11" hasCustomPrompt="1"/>
          </p:nvPr>
        </p:nvSpPr>
        <p:spPr>
          <a:xfrm>
            <a:off x="4602310" y="2018120"/>
            <a:ext cx="6751489" cy="3747180"/>
          </a:xfrm>
        </p:spPr>
        <p:txBody>
          <a:bodyPr>
            <a:normAutofit/>
          </a:bodyPr>
          <a:lstStyle>
            <a:lvl1pPr>
              <a:spcBef>
                <a:spcPts val="0"/>
              </a:spcBef>
              <a:spcAft>
                <a:spcPts val="1200"/>
              </a:spcAft>
              <a:defRPr sz="2000"/>
            </a:lvl1pPr>
            <a:lvl2pPr>
              <a:spcBef>
                <a:spcPts val="0"/>
              </a:spcBef>
              <a:spcAft>
                <a:spcPts val="1200"/>
              </a:spcAft>
              <a:defRPr sz="1800"/>
            </a:lvl2pPr>
            <a:lvl3pPr>
              <a:spcBef>
                <a:spcPts val="0"/>
              </a:spcBef>
              <a:spcAft>
                <a:spcPts val="1200"/>
              </a:spcAft>
              <a:defRPr sz="1600"/>
            </a:lvl3pPr>
            <a:lvl4pPr>
              <a:spcBef>
                <a:spcPts val="0"/>
              </a:spcBef>
              <a:spcAft>
                <a:spcPts val="1200"/>
              </a:spcAft>
              <a:defRPr sz="1400"/>
            </a:lvl4pPr>
            <a:lvl5pPr>
              <a:spcBef>
                <a:spcPts val="0"/>
              </a:spcBef>
              <a:spcAft>
                <a:spcPts val="1200"/>
              </a:spcAft>
              <a:defRPr sz="14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1782813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right Image">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48DBD2A1-633E-7A22-751B-5CEFCA93F20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7703" t="485" b="67543"/>
          <a:stretch/>
        </p:blipFill>
        <p:spPr>
          <a:xfrm rot="5400000">
            <a:off x="-115162" y="115164"/>
            <a:ext cx="1895058" cy="1664735"/>
          </a:xfrm>
          <a:prstGeom prst="rect">
            <a:avLst/>
          </a:prstGeom>
        </p:spPr>
      </p:pic>
      <p:sp>
        <p:nvSpPr>
          <p:cNvPr id="9" name="Title 8">
            <a:extLst>
              <a:ext uri="{FF2B5EF4-FFF2-40B4-BE49-F238E27FC236}">
                <a16:creationId xmlns:a16="http://schemas.microsoft.com/office/drawing/2014/main" id="{3E7BF4D0-D641-9859-157D-B9094EF3DAB1}"/>
              </a:ext>
            </a:extLst>
          </p:cNvPr>
          <p:cNvSpPr>
            <a:spLocks noGrp="1"/>
          </p:cNvSpPr>
          <p:nvPr>
            <p:ph type="title" hasCustomPrompt="1"/>
          </p:nvPr>
        </p:nvSpPr>
        <p:spPr>
          <a:xfrm>
            <a:off x="916385" y="446313"/>
            <a:ext cx="5179615" cy="1448747"/>
          </a:xfrm>
        </p:spPr>
        <p:txBody>
          <a:bodyPr>
            <a:normAutofit/>
          </a:bodyPr>
          <a:lstStyle>
            <a:lvl1pPr>
              <a:defRPr sz="3200"/>
            </a:lvl1pPr>
          </a:lstStyle>
          <a:p>
            <a:r>
              <a:rPr lang="en-US" dirty="0"/>
              <a:t>Click to add title</a:t>
            </a:r>
          </a:p>
        </p:txBody>
      </p:sp>
      <p:sp>
        <p:nvSpPr>
          <p:cNvPr id="10" name="Content Placeholder 10">
            <a:extLst>
              <a:ext uri="{FF2B5EF4-FFF2-40B4-BE49-F238E27FC236}">
                <a16:creationId xmlns:a16="http://schemas.microsoft.com/office/drawing/2014/main" id="{115AE488-757F-4C5A-7733-85C1D1EA98D3}"/>
              </a:ext>
            </a:extLst>
          </p:cNvPr>
          <p:cNvSpPr>
            <a:spLocks noGrp="1"/>
          </p:cNvSpPr>
          <p:nvPr>
            <p:ph sz="quarter" idx="10" hasCustomPrompt="1"/>
          </p:nvPr>
        </p:nvSpPr>
        <p:spPr>
          <a:xfrm>
            <a:off x="914399" y="2022250"/>
            <a:ext cx="5181600" cy="374718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
        <p:nvSpPr>
          <p:cNvPr id="12" name="Picture Placeholder 11">
            <a:extLst>
              <a:ext uri="{FF2B5EF4-FFF2-40B4-BE49-F238E27FC236}">
                <a16:creationId xmlns:a16="http://schemas.microsoft.com/office/drawing/2014/main" id="{39DD264F-42B5-DBB0-9839-DB4C6827ED76}"/>
              </a:ext>
            </a:extLst>
          </p:cNvPr>
          <p:cNvSpPr>
            <a:spLocks noGrp="1"/>
          </p:cNvSpPr>
          <p:nvPr>
            <p:ph type="pic" sz="quarter" idx="11"/>
          </p:nvPr>
        </p:nvSpPr>
        <p:spPr>
          <a:xfrm>
            <a:off x="6076950" y="0"/>
            <a:ext cx="6115050" cy="6868886"/>
          </a:xfrm>
          <a:custGeom>
            <a:avLst/>
            <a:gdLst>
              <a:gd name="connsiteX0" fmla="*/ 0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0 w 6115050"/>
              <a:gd name="connsiteY4" fmla="*/ 0 h 6858000"/>
              <a:gd name="connsiteX0" fmla="*/ 2024742 w 6115050"/>
              <a:gd name="connsiteY0" fmla="*/ 0 h 6858000"/>
              <a:gd name="connsiteX1" fmla="*/ 6115050 w 6115050"/>
              <a:gd name="connsiteY1" fmla="*/ 0 h 6858000"/>
              <a:gd name="connsiteX2" fmla="*/ 6115050 w 6115050"/>
              <a:gd name="connsiteY2" fmla="*/ 6858000 h 6858000"/>
              <a:gd name="connsiteX3" fmla="*/ 0 w 6115050"/>
              <a:gd name="connsiteY3" fmla="*/ 6858000 h 6858000"/>
              <a:gd name="connsiteX4" fmla="*/ 2024742 w 6115050"/>
              <a:gd name="connsiteY4" fmla="*/ 0 h 6858000"/>
              <a:gd name="connsiteX0" fmla="*/ 2024742 w 6115050"/>
              <a:gd name="connsiteY0" fmla="*/ 0 h 6858000"/>
              <a:gd name="connsiteX1" fmla="*/ 6115050 w 6115050"/>
              <a:gd name="connsiteY1" fmla="*/ 0 h 6858000"/>
              <a:gd name="connsiteX2" fmla="*/ 6115050 w 6115050"/>
              <a:gd name="connsiteY2" fmla="*/ 3603171 h 6858000"/>
              <a:gd name="connsiteX3" fmla="*/ 6115050 w 6115050"/>
              <a:gd name="connsiteY3" fmla="*/ 6858000 h 6858000"/>
              <a:gd name="connsiteX4" fmla="*/ 0 w 6115050"/>
              <a:gd name="connsiteY4" fmla="*/ 6858000 h 6858000"/>
              <a:gd name="connsiteX5" fmla="*/ 2024742 w 6115050"/>
              <a:gd name="connsiteY5" fmla="*/ 0 h 6858000"/>
              <a:gd name="connsiteX0" fmla="*/ 2024742 w 6115050"/>
              <a:gd name="connsiteY0" fmla="*/ 0 h 6868886"/>
              <a:gd name="connsiteX1" fmla="*/ 6115050 w 6115050"/>
              <a:gd name="connsiteY1" fmla="*/ 0 h 6868886"/>
              <a:gd name="connsiteX2" fmla="*/ 6115050 w 6115050"/>
              <a:gd name="connsiteY2" fmla="*/ 3603171 h 6868886"/>
              <a:gd name="connsiteX3" fmla="*/ 5157107 w 6115050"/>
              <a:gd name="connsiteY3" fmla="*/ 6868886 h 6868886"/>
              <a:gd name="connsiteX4" fmla="*/ 0 w 6115050"/>
              <a:gd name="connsiteY4" fmla="*/ 6858000 h 6868886"/>
              <a:gd name="connsiteX5" fmla="*/ 2024742 w 6115050"/>
              <a:gd name="connsiteY5" fmla="*/ 0 h 6868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15050" h="6868886">
                <a:moveTo>
                  <a:pt x="2024742" y="0"/>
                </a:moveTo>
                <a:lnTo>
                  <a:pt x="6115050" y="0"/>
                </a:lnTo>
                <a:lnTo>
                  <a:pt x="6115050" y="3603171"/>
                </a:lnTo>
                <a:lnTo>
                  <a:pt x="5157107" y="6868886"/>
                </a:lnTo>
                <a:lnTo>
                  <a:pt x="0" y="6858000"/>
                </a:lnTo>
                <a:lnTo>
                  <a:pt x="2024742" y="0"/>
                </a:lnTo>
                <a:close/>
              </a:path>
            </a:pathLst>
          </a:custGeom>
        </p:spPr>
        <p:txBody>
          <a:bodyPr>
            <a:normAutofit/>
          </a:bodyPr>
          <a:lstStyle>
            <a:lvl1pPr marL="0" indent="0" algn="r">
              <a:buNone/>
              <a:defRPr sz="2000"/>
            </a:lvl1pPr>
          </a:lstStyle>
          <a:p>
            <a:r>
              <a:rPr lang="en-GB"/>
              <a:t>Click icon to add picture</a:t>
            </a:r>
            <a:endParaRPr lang="en-US" dirty="0"/>
          </a:p>
        </p:txBody>
      </p:sp>
    </p:spTree>
    <p:extLst>
      <p:ext uri="{BB962C8B-B14F-4D97-AF65-F5344CB8AC3E}">
        <p14:creationId xmlns:p14="http://schemas.microsoft.com/office/powerpoint/2010/main" val="346700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E5D17C7-3503-7305-8191-20863B738898}"/>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r="55824" b="26760"/>
          <a:stretch/>
        </p:blipFill>
        <p:spPr>
          <a:xfrm>
            <a:off x="9229725" y="1835240"/>
            <a:ext cx="2962275" cy="5022760"/>
          </a:xfrm>
          <a:prstGeom prst="rect">
            <a:avLst/>
          </a:prstGeom>
        </p:spPr>
      </p:pic>
      <p:sp>
        <p:nvSpPr>
          <p:cNvPr id="14" name="Rectangle 13">
            <a:extLst>
              <a:ext uri="{FF2B5EF4-FFF2-40B4-BE49-F238E27FC236}">
                <a16:creationId xmlns:a16="http://schemas.microsoft.com/office/drawing/2014/main" id="{C76E1AE6-3E01-1CBD-CAEC-11056D00ADE5}"/>
              </a:ext>
              <a:ext uri="{C183D7F6-B498-43B3-948B-1728B52AA6E4}">
                <adec:decorative xmlns:adec="http://schemas.microsoft.com/office/drawing/2017/decorative" val="1"/>
              </a:ext>
            </a:extLst>
          </p:cNvPr>
          <p:cNvSpPr/>
          <p:nvPr userDrawn="1"/>
        </p:nvSpPr>
        <p:spPr>
          <a:xfrm>
            <a:off x="4443413" y="1835240"/>
            <a:ext cx="7000875" cy="42798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Graphic 8">
            <a:extLst>
              <a:ext uri="{FF2B5EF4-FFF2-40B4-BE49-F238E27FC236}">
                <a16:creationId xmlns:a16="http://schemas.microsoft.com/office/drawing/2014/main" id="{90E28F03-2149-7C50-779B-6A2D8D789AF5}"/>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60903" r="75060" b="10347"/>
          <a:stretch/>
        </p:blipFill>
        <p:spPr>
          <a:xfrm rot="16200000">
            <a:off x="149650" y="-149653"/>
            <a:ext cx="1672375" cy="1971675"/>
          </a:xfrm>
          <a:prstGeom prst="rect">
            <a:avLst/>
          </a:prstGeom>
        </p:spPr>
      </p:pic>
      <p:sp>
        <p:nvSpPr>
          <p:cNvPr id="10" name="Title 9">
            <a:extLst>
              <a:ext uri="{FF2B5EF4-FFF2-40B4-BE49-F238E27FC236}">
                <a16:creationId xmlns:a16="http://schemas.microsoft.com/office/drawing/2014/main" id="{CA4CAE4E-4252-8471-C50B-1DD5AFBFECCA}"/>
              </a:ext>
            </a:extLst>
          </p:cNvPr>
          <p:cNvSpPr>
            <a:spLocks noGrp="1"/>
          </p:cNvSpPr>
          <p:nvPr>
            <p:ph type="title" hasCustomPrompt="1"/>
          </p:nvPr>
        </p:nvSpPr>
        <p:spPr>
          <a:xfrm>
            <a:off x="914399" y="365125"/>
            <a:ext cx="10363202" cy="1603462"/>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E493CE42-5465-91AC-A1F4-A4821AE37A9C}"/>
              </a:ext>
            </a:extLst>
          </p:cNvPr>
          <p:cNvSpPr>
            <a:spLocks noGrp="1"/>
          </p:cNvSpPr>
          <p:nvPr>
            <p:ph sz="quarter" idx="10" hasCustomPrompt="1"/>
          </p:nvPr>
        </p:nvSpPr>
        <p:spPr>
          <a:xfrm>
            <a:off x="914399" y="2022250"/>
            <a:ext cx="3299013" cy="3914910"/>
          </a:xfrm>
        </p:spPr>
        <p:txBody>
          <a:bodyPr>
            <a:normAutofit/>
          </a:bodyPr>
          <a:lstStyle>
            <a:lvl1pPr>
              <a:spcBef>
                <a:spcPts val="0"/>
              </a:spcBef>
              <a:spcAft>
                <a:spcPts val="1200"/>
              </a:spcAft>
              <a:defRPr sz="2000" b="0"/>
            </a:lvl1pPr>
            <a:lvl2pPr>
              <a:spcBef>
                <a:spcPts val="0"/>
              </a:spcBef>
              <a:spcAft>
                <a:spcPts val="1200"/>
              </a:spcAft>
              <a:defRPr sz="1800" b="0"/>
            </a:lvl2pPr>
            <a:lvl3pPr>
              <a:spcBef>
                <a:spcPts val="0"/>
              </a:spcBef>
              <a:spcAft>
                <a:spcPts val="1200"/>
              </a:spcAft>
              <a:defRPr sz="1600" b="0"/>
            </a:lvl3pPr>
            <a:lvl4pPr>
              <a:spcBef>
                <a:spcPts val="0"/>
              </a:spcBef>
              <a:spcAft>
                <a:spcPts val="1200"/>
              </a:spcAft>
              <a:defRPr sz="1400" b="0"/>
            </a:lvl4pPr>
            <a:lvl5pPr>
              <a:spcBef>
                <a:spcPts val="0"/>
              </a:spcBef>
              <a:spcAft>
                <a:spcPts val="1200"/>
              </a:spcAft>
              <a:defRPr sz="14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able Placeholder 12">
            <a:extLst>
              <a:ext uri="{FF2B5EF4-FFF2-40B4-BE49-F238E27FC236}">
                <a16:creationId xmlns:a16="http://schemas.microsoft.com/office/drawing/2014/main" id="{156A00B1-F3E3-B7FF-58F4-61DE3EF07C07}"/>
              </a:ext>
            </a:extLst>
          </p:cNvPr>
          <p:cNvSpPr>
            <a:spLocks noGrp="1"/>
          </p:cNvSpPr>
          <p:nvPr>
            <p:ph type="tbl" sz="quarter" idx="11" hasCustomPrompt="1"/>
          </p:nvPr>
        </p:nvSpPr>
        <p:spPr>
          <a:xfrm>
            <a:off x="4602163" y="2017713"/>
            <a:ext cx="6675437" cy="3932237"/>
          </a:xfrm>
        </p:spPr>
        <p:txBody>
          <a:bodyPr>
            <a:normAutofit/>
          </a:bodyPr>
          <a:lstStyle>
            <a:lvl1pPr>
              <a:defRPr sz="2000"/>
            </a:lvl1pPr>
          </a:lstStyle>
          <a:p>
            <a:r>
              <a:rPr lang="en-US" dirty="0"/>
              <a:t>Click icon to insert table</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2056214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3">
    <p:bg>
      <p:bgPr>
        <a:solidFill>
          <a:schemeClr val="accent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13A42171-0D82-07BF-4667-498861CC2AFB}"/>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34408" r="46636" b="1"/>
          <a:stretch/>
        </p:blipFill>
        <p:spPr>
          <a:xfrm flipH="1" flipV="1">
            <a:off x="10506072" y="3984078"/>
            <a:ext cx="1685928" cy="2873921"/>
          </a:xfrm>
          <a:prstGeom prst="rect">
            <a:avLst/>
          </a:prstGeom>
        </p:spPr>
      </p:pic>
      <p:pic>
        <p:nvPicPr>
          <p:cNvPr id="9" name="Graphic 8">
            <a:extLst>
              <a:ext uri="{FF2B5EF4-FFF2-40B4-BE49-F238E27FC236}">
                <a16:creationId xmlns:a16="http://schemas.microsoft.com/office/drawing/2014/main" id="{13C71A0D-EE6D-54C4-71DE-04BE28558058}"/>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29718" t="47145" r="39389" b="8754"/>
          <a:stretch/>
        </p:blipFill>
        <p:spPr>
          <a:xfrm rot="5400000" flipV="1">
            <a:off x="9781526" y="-311511"/>
            <a:ext cx="2098964" cy="2721985"/>
          </a:xfrm>
          <a:prstGeom prst="rect">
            <a:avLst/>
          </a:prstGeom>
        </p:spPr>
      </p:pic>
      <p:sp>
        <p:nvSpPr>
          <p:cNvPr id="10" name="Title 9">
            <a:extLst>
              <a:ext uri="{FF2B5EF4-FFF2-40B4-BE49-F238E27FC236}">
                <a16:creationId xmlns:a16="http://schemas.microsoft.com/office/drawing/2014/main" id="{3F82FA92-501B-5A05-E15F-2FB9BCEBE312}"/>
              </a:ext>
            </a:extLst>
          </p:cNvPr>
          <p:cNvSpPr>
            <a:spLocks noGrp="1"/>
          </p:cNvSpPr>
          <p:nvPr>
            <p:ph type="title" hasCustomPrompt="1"/>
          </p:nvPr>
        </p:nvSpPr>
        <p:spPr>
          <a:xfrm>
            <a:off x="891990" y="434225"/>
            <a:ext cx="9524998" cy="1499627"/>
          </a:xfrm>
        </p:spPr>
        <p:txBody>
          <a:bodyPr>
            <a:normAutofit/>
          </a:bodyPr>
          <a:lstStyle>
            <a:lvl1pPr>
              <a:defRPr sz="3200"/>
            </a:lvl1pPr>
          </a:lstStyle>
          <a:p>
            <a:r>
              <a:rPr lang="en-US" dirty="0"/>
              <a:t>Click to add title</a:t>
            </a:r>
          </a:p>
        </p:txBody>
      </p:sp>
      <p:sp>
        <p:nvSpPr>
          <p:cNvPr id="11" name="Content Placeholder 10">
            <a:extLst>
              <a:ext uri="{FF2B5EF4-FFF2-40B4-BE49-F238E27FC236}">
                <a16:creationId xmlns:a16="http://schemas.microsoft.com/office/drawing/2014/main" id="{B463EEE0-BE31-122C-586C-8BA8D90371E6}"/>
              </a:ext>
            </a:extLst>
          </p:cNvPr>
          <p:cNvSpPr>
            <a:spLocks noGrp="1"/>
          </p:cNvSpPr>
          <p:nvPr>
            <p:ph sz="quarter" idx="10" hasCustomPrompt="1"/>
          </p:nvPr>
        </p:nvSpPr>
        <p:spPr>
          <a:xfrm>
            <a:off x="914399" y="2022250"/>
            <a:ext cx="6257366" cy="3914910"/>
          </a:xfrm>
        </p:spPr>
        <p:txBody>
          <a:bodyPr>
            <a:normAutofit/>
          </a:bodyPr>
          <a:lstStyle>
            <a:lvl1pPr marL="0" indent="0">
              <a:spcBef>
                <a:spcPts val="0"/>
              </a:spcBef>
              <a:spcAft>
                <a:spcPts val="1200"/>
              </a:spcAft>
              <a:buNone/>
              <a:defRPr sz="2000" b="0"/>
            </a:lvl1pPr>
            <a:lvl2pPr marL="228600">
              <a:spcBef>
                <a:spcPts val="0"/>
              </a:spcBef>
              <a:spcAft>
                <a:spcPts val="1200"/>
              </a:spcAft>
              <a:defRPr sz="2000" b="0"/>
            </a:lvl2pPr>
            <a:lvl3pPr marL="685800">
              <a:spcBef>
                <a:spcPts val="0"/>
              </a:spcBef>
              <a:spcAft>
                <a:spcPts val="1200"/>
              </a:spcAft>
              <a:defRPr sz="1800" b="0"/>
            </a:lvl3pPr>
            <a:lvl4pPr marL="914400">
              <a:spcBef>
                <a:spcPts val="0"/>
              </a:spcBef>
              <a:spcAft>
                <a:spcPts val="1200"/>
              </a:spcAft>
              <a:defRPr sz="1600" b="0"/>
            </a:lvl4pPr>
            <a:lvl5pPr marL="1143000">
              <a:spcBef>
                <a:spcPts val="0"/>
              </a:spcBef>
              <a:spcAft>
                <a:spcPts val="1200"/>
              </a:spcAft>
              <a:defRPr sz="1600" b="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52C157D5-2C68-BA6A-033B-A4CC016CA68F}"/>
              </a:ext>
            </a:extLst>
          </p:cNvPr>
          <p:cNvSpPr>
            <a:spLocks noGrp="1"/>
          </p:cNvSpPr>
          <p:nvPr>
            <p:ph sz="quarter" idx="11" hasCustomPrompt="1"/>
          </p:nvPr>
        </p:nvSpPr>
        <p:spPr>
          <a:xfrm>
            <a:off x="7967475" y="2018119"/>
            <a:ext cx="2449514" cy="3931919"/>
          </a:xfrm>
        </p:spPr>
        <p:txBody>
          <a:bodyPr>
            <a:normAutofit/>
          </a:bodyPr>
          <a:lstStyle>
            <a:lvl1pPr>
              <a:spcBef>
                <a:spcPts val="0"/>
              </a:spcBef>
              <a:spcAft>
                <a:spcPts val="1200"/>
              </a:spcAft>
              <a:defRPr sz="2000" b="1"/>
            </a:lvl1pPr>
            <a:lvl2pPr marL="411480">
              <a:spcBef>
                <a:spcPts val="0"/>
              </a:spcBef>
              <a:spcAft>
                <a:spcPts val="1200"/>
              </a:spcAft>
              <a:defRPr sz="1800" b="1"/>
            </a:lvl2pPr>
            <a:lvl3pPr marL="502920">
              <a:spcBef>
                <a:spcPts val="0"/>
              </a:spcBef>
              <a:spcAft>
                <a:spcPts val="1200"/>
              </a:spcAft>
              <a:defRPr sz="1600" b="1"/>
            </a:lvl3pPr>
            <a:lvl4pPr marL="594360">
              <a:spcBef>
                <a:spcPts val="0"/>
              </a:spcBef>
              <a:spcAft>
                <a:spcPts val="1200"/>
              </a:spcAft>
              <a:defRPr sz="1400" b="1"/>
            </a:lvl4pPr>
            <a:lvl5pPr marL="685800">
              <a:spcBef>
                <a:spcPts val="0"/>
              </a:spcBef>
              <a:spcAft>
                <a:spcPts val="1200"/>
              </a:spcAft>
              <a:defRPr sz="1400" b="1"/>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11198423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15CC9A46-E0E7-B31D-3E27-6F4303A45A9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883" t="18052" r="46636"/>
          <a:stretch/>
        </p:blipFill>
        <p:spPr>
          <a:xfrm rot="16200000" flipH="1" flipV="1">
            <a:off x="9553763" y="-952310"/>
            <a:ext cx="1685928" cy="3590547"/>
          </a:xfrm>
          <a:prstGeom prst="rect">
            <a:avLst/>
          </a:prstGeom>
        </p:spPr>
      </p:pic>
      <p:sp>
        <p:nvSpPr>
          <p:cNvPr id="7" name="Title 6">
            <a:extLst>
              <a:ext uri="{FF2B5EF4-FFF2-40B4-BE49-F238E27FC236}">
                <a16:creationId xmlns:a16="http://schemas.microsoft.com/office/drawing/2014/main" id="{767669DC-4C7F-9B50-FCC0-F2AF5B2A9509}"/>
              </a:ext>
            </a:extLst>
          </p:cNvPr>
          <p:cNvSpPr>
            <a:spLocks noGrp="1"/>
          </p:cNvSpPr>
          <p:nvPr>
            <p:ph type="title" hasCustomPrompt="1"/>
          </p:nvPr>
        </p:nvSpPr>
        <p:spPr>
          <a:xfrm>
            <a:off x="923545" y="584477"/>
            <a:ext cx="10354052" cy="1209765"/>
          </a:xfrm>
        </p:spPr>
        <p:txBody>
          <a:bodyPr>
            <a:normAutofit/>
          </a:bodyPr>
          <a:lstStyle>
            <a:lvl1pPr>
              <a:defRPr sz="3200"/>
            </a:lvl1pPr>
          </a:lstStyle>
          <a:p>
            <a:r>
              <a:rPr lang="en-US" dirty="0"/>
              <a:t>Click to add title</a:t>
            </a:r>
          </a:p>
        </p:txBody>
      </p:sp>
      <p:sp>
        <p:nvSpPr>
          <p:cNvPr id="9" name="Table Placeholder 8">
            <a:extLst>
              <a:ext uri="{FF2B5EF4-FFF2-40B4-BE49-F238E27FC236}">
                <a16:creationId xmlns:a16="http://schemas.microsoft.com/office/drawing/2014/main" id="{BEF581C2-7562-2E21-E6DD-20AEFC43AABC}"/>
              </a:ext>
            </a:extLst>
          </p:cNvPr>
          <p:cNvSpPr>
            <a:spLocks noGrp="1"/>
          </p:cNvSpPr>
          <p:nvPr>
            <p:ph type="tbl" sz="quarter" idx="10"/>
          </p:nvPr>
        </p:nvSpPr>
        <p:spPr>
          <a:xfrm>
            <a:off x="923545" y="2009775"/>
            <a:ext cx="10354052" cy="3931920"/>
          </a:xfrm>
        </p:spPr>
        <p:txBody>
          <a:bodyPr>
            <a:normAutofit/>
          </a:bodyPr>
          <a:lstStyle>
            <a:lvl1pPr>
              <a:defRPr sz="2400"/>
            </a:lvl1pPr>
          </a:lstStyle>
          <a:p>
            <a:r>
              <a:rPr lang="en-GB"/>
              <a:t>Click icon to add table</a:t>
            </a:r>
            <a:endParaRPr lang="en-US" dirty="0"/>
          </a:p>
        </p:txBody>
      </p:sp>
      <p:sp>
        <p:nvSpPr>
          <p:cNvPr id="5" name="Slide Number Placeholder 5">
            <a:extLst>
              <a:ext uri="{FF2B5EF4-FFF2-40B4-BE49-F238E27FC236}">
                <a16:creationId xmlns:a16="http://schemas.microsoft.com/office/drawing/2014/main" id="{B9B66675-D8A5-0062-EB51-C8069A2C3C2E}"/>
              </a:ext>
            </a:extLst>
          </p:cNvPr>
          <p:cNvSpPr>
            <a:spLocks noGrp="1"/>
          </p:cNvSpPr>
          <p:nvPr>
            <p:ph type="sldNum" sz="quarter" idx="4"/>
          </p:nvPr>
        </p:nvSpPr>
        <p:spPr>
          <a:xfrm>
            <a:off x="914400" y="6246254"/>
            <a:ext cx="631065" cy="296214"/>
          </a:xfrm>
          <a:prstGeom prst="rect">
            <a:avLst/>
          </a:prstGeom>
        </p:spPr>
        <p:txBody>
          <a:bodyPr vert="horz" lIns="91440" tIns="45720" rIns="91440" bIns="45720" rtlCol="0" anchor="ctr"/>
          <a:lstStyle>
            <a:lvl1pPr algn="l">
              <a:defRPr sz="1200">
                <a:solidFill>
                  <a:schemeClr val="tx1"/>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2163842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2">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3A3E8B6-2BD8-19E0-7F51-7A25EF836F8C}"/>
              </a:ext>
            </a:extLst>
          </p:cNvPr>
          <p:cNvSpPr>
            <a:spLocks noGrp="1"/>
          </p:cNvSpPr>
          <p:nvPr>
            <p:ph type="title" hasCustomPrompt="1"/>
          </p:nvPr>
        </p:nvSpPr>
        <p:spPr>
          <a:xfrm>
            <a:off x="6091515" y="374090"/>
            <a:ext cx="5057104" cy="3624984"/>
          </a:xfrm>
        </p:spPr>
        <p:txBody>
          <a:bodyPr anchor="b">
            <a:normAutofit/>
          </a:bodyPr>
          <a:lstStyle>
            <a:lvl1pPr>
              <a:defRPr sz="4800">
                <a:solidFill>
                  <a:schemeClr val="bg1"/>
                </a:solidFill>
              </a:defRPr>
            </a:lvl1pPr>
          </a:lstStyle>
          <a:p>
            <a:r>
              <a:rPr lang="en-US" dirty="0"/>
              <a:t>Click to add title</a:t>
            </a:r>
          </a:p>
        </p:txBody>
      </p:sp>
      <p:sp>
        <p:nvSpPr>
          <p:cNvPr id="8" name="Content Placeholder 2">
            <a:extLst>
              <a:ext uri="{FF2B5EF4-FFF2-40B4-BE49-F238E27FC236}">
                <a16:creationId xmlns:a16="http://schemas.microsoft.com/office/drawing/2014/main" id="{B1F96043-F6A4-F581-7DB8-96138F0E4011}"/>
              </a:ext>
            </a:extLst>
          </p:cNvPr>
          <p:cNvSpPr>
            <a:spLocks noGrp="1"/>
          </p:cNvSpPr>
          <p:nvPr>
            <p:ph idx="1" hasCustomPrompt="1"/>
          </p:nvPr>
        </p:nvSpPr>
        <p:spPr>
          <a:xfrm>
            <a:off x="6091514" y="4172989"/>
            <a:ext cx="5057103" cy="2519363"/>
          </a:xfrm>
        </p:spPr>
        <p:txBody>
          <a:bodyPr>
            <a:normAutofit/>
          </a:bodyPr>
          <a:lstStyle>
            <a:lvl1pPr marL="0" indent="0">
              <a:lnSpc>
                <a:spcPct val="90000"/>
              </a:lnSpc>
              <a:spcBef>
                <a:spcPts val="0"/>
              </a:spcBef>
              <a:spcAft>
                <a:spcPts val="0"/>
              </a:spcAft>
              <a:buNone/>
              <a:defRPr sz="2000" baseline="0">
                <a:solidFill>
                  <a:schemeClr val="bg1"/>
                </a:solidFill>
              </a:defRPr>
            </a:lvl1pPr>
            <a:lvl2pPr marL="742950" indent="-285750">
              <a:lnSpc>
                <a:spcPct val="90000"/>
              </a:lnSpc>
              <a:spcBef>
                <a:spcPts val="0"/>
              </a:spcBef>
              <a:spcAft>
                <a:spcPts val="0"/>
              </a:spcAft>
              <a:buFont typeface="Arial" panose="020B0604020202020204" pitchFamily="34" charset="0"/>
              <a:buChar char="•"/>
              <a:defRPr sz="1800" baseline="0">
                <a:solidFill>
                  <a:schemeClr val="bg1"/>
                </a:solidFill>
              </a:defRPr>
            </a:lvl2pPr>
            <a:lvl3pPr marL="1200150" indent="-285750">
              <a:lnSpc>
                <a:spcPct val="90000"/>
              </a:lnSpc>
              <a:spcBef>
                <a:spcPts val="0"/>
              </a:spcBef>
              <a:spcAft>
                <a:spcPts val="0"/>
              </a:spcAft>
              <a:buFont typeface="Arial" panose="020B0604020202020204" pitchFamily="34" charset="0"/>
              <a:buChar char="•"/>
              <a:defRPr sz="1600" baseline="0">
                <a:solidFill>
                  <a:schemeClr val="bg1"/>
                </a:solidFill>
              </a:defRPr>
            </a:lvl3pPr>
            <a:lvl4pPr marL="1657350" indent="-285750">
              <a:lnSpc>
                <a:spcPct val="90000"/>
              </a:lnSpc>
              <a:spcBef>
                <a:spcPts val="0"/>
              </a:spcBef>
              <a:spcAft>
                <a:spcPts val="0"/>
              </a:spcAft>
              <a:buFont typeface="Arial" panose="020B0604020202020204" pitchFamily="34" charset="0"/>
              <a:buChar char="•"/>
              <a:defRPr sz="1400" baseline="0">
                <a:solidFill>
                  <a:schemeClr val="bg1"/>
                </a:solidFill>
              </a:defRPr>
            </a:lvl4pPr>
            <a:lvl5pPr marL="2000250" indent="-171450">
              <a:lnSpc>
                <a:spcPct val="90000"/>
              </a:lnSpc>
              <a:spcBef>
                <a:spcPts val="0"/>
              </a:spcBef>
              <a:spcAft>
                <a:spcPts val="0"/>
              </a:spcAft>
              <a:buFont typeface="Arial" panose="020B0604020202020204" pitchFamily="34" charset="0"/>
              <a:buChar char="•"/>
              <a:defRPr sz="1200" baseline="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C805DE67-EFB0-F6F3-6C08-2FE90284C31C}"/>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151" r="18577"/>
          <a:stretch/>
        </p:blipFill>
        <p:spPr>
          <a:xfrm flipH="1">
            <a:off x="0" y="0"/>
            <a:ext cx="5181600" cy="6858000"/>
          </a:xfrm>
          <a:prstGeom prst="rect">
            <a:avLst/>
          </a:prstGeom>
        </p:spPr>
      </p:pic>
    </p:spTree>
    <p:extLst>
      <p:ext uri="{BB962C8B-B14F-4D97-AF65-F5344CB8AC3E}">
        <p14:creationId xmlns:p14="http://schemas.microsoft.com/office/powerpoint/2010/main" val="2470347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‹Nr.›</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06"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hyperlink" Target="https://schulferien-api.de/api/v2/2026/" TargetMode="Externa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5.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40D96-BFFB-05BD-30ED-0352500CD058}"/>
              </a:ext>
            </a:extLst>
          </p:cNvPr>
          <p:cNvSpPr>
            <a:spLocks noGrp="1"/>
          </p:cNvSpPr>
          <p:nvPr>
            <p:ph type="title"/>
          </p:nvPr>
        </p:nvSpPr>
        <p:spPr>
          <a:xfrm>
            <a:off x="4974771" y="2773681"/>
            <a:ext cx="6795589" cy="3200400"/>
          </a:xfrm>
        </p:spPr>
        <p:txBody>
          <a:bodyPr/>
          <a:lstStyle/>
          <a:p>
            <a:r>
              <a:rPr lang="en-US" dirty="0"/>
              <a:t>Data-Science-Project</a:t>
            </a:r>
          </a:p>
        </p:txBody>
      </p:sp>
    </p:spTree>
    <p:extLst>
      <p:ext uri="{BB962C8B-B14F-4D97-AF65-F5344CB8AC3E}">
        <p14:creationId xmlns:p14="http://schemas.microsoft.com/office/powerpoint/2010/main" val="2945390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255621-1D81-03E6-507B-CB20E070356A}"/>
              </a:ext>
            </a:extLst>
          </p:cNvPr>
          <p:cNvSpPr>
            <a:spLocks noGrp="1"/>
          </p:cNvSpPr>
          <p:nvPr>
            <p:ph type="sldNum" sz="quarter" idx="4"/>
          </p:nvPr>
        </p:nvSpPr>
        <p:spPr>
          <a:xfrm>
            <a:off x="914400" y="6246254"/>
            <a:ext cx="631065" cy="296214"/>
          </a:xfrm>
        </p:spPr>
        <p:txBody>
          <a:bodyPr/>
          <a:lstStyle/>
          <a:p>
            <a:fld id="{B5CEABB6-07DC-46E8-9B57-56EC44A396E5}" type="slidenum">
              <a:rPr lang="en-US" smtClean="0"/>
              <a:pPr/>
              <a:t>2</a:t>
            </a:fld>
            <a:endParaRPr lang="en-US" dirty="0"/>
          </a:p>
        </p:txBody>
      </p:sp>
      <p:sp>
        <p:nvSpPr>
          <p:cNvPr id="6" name="Content Placeholder 5">
            <a:extLst>
              <a:ext uri="{FF2B5EF4-FFF2-40B4-BE49-F238E27FC236}">
                <a16:creationId xmlns:a16="http://schemas.microsoft.com/office/drawing/2014/main" id="{BCBD9461-B586-5242-1D98-FC144B6F5C2E}"/>
              </a:ext>
            </a:extLst>
          </p:cNvPr>
          <p:cNvSpPr>
            <a:spLocks noGrp="1"/>
          </p:cNvSpPr>
          <p:nvPr>
            <p:ph sz="quarter" idx="10"/>
          </p:nvPr>
        </p:nvSpPr>
        <p:spPr/>
        <p:txBody>
          <a:bodyPr/>
          <a:lstStyle/>
          <a:p>
            <a:pPr marL="342900" indent="-342900">
              <a:buFontTx/>
              <a:buChar char="-"/>
            </a:pPr>
            <a:r>
              <a:rPr lang="de-DE" dirty="0"/>
              <a:t>Research Questions</a:t>
            </a:r>
          </a:p>
          <a:p>
            <a:pPr marL="342900" indent="-342900">
              <a:buFontTx/>
              <a:buChar char="-"/>
            </a:pPr>
            <a:r>
              <a:rPr lang="de-DE" dirty="0"/>
              <a:t>APIs</a:t>
            </a:r>
          </a:p>
          <a:p>
            <a:pPr marL="342900" indent="-342900">
              <a:buFontTx/>
              <a:buChar char="-"/>
            </a:pPr>
            <a:r>
              <a:rPr lang="de-DE" dirty="0" err="1"/>
              <a:t>Achivements</a:t>
            </a:r>
            <a:endParaRPr lang="de-DE" dirty="0"/>
          </a:p>
          <a:p>
            <a:pPr marL="342900" indent="-342900">
              <a:buFontTx/>
              <a:buChar char="-"/>
            </a:pPr>
            <a:r>
              <a:rPr lang="de-DE" dirty="0" err="1"/>
              <a:t>Upcoming</a:t>
            </a:r>
            <a:r>
              <a:rPr lang="de-DE" dirty="0"/>
              <a:t> </a:t>
            </a:r>
            <a:r>
              <a:rPr lang="de-DE" dirty="0" err="1"/>
              <a:t>steps</a:t>
            </a:r>
            <a:endParaRPr lang="de-DE" dirty="0"/>
          </a:p>
          <a:p>
            <a:pPr marL="342900" indent="-342900">
              <a:buFontTx/>
              <a:buChar char="-"/>
            </a:pPr>
            <a:r>
              <a:rPr lang="de-DE" dirty="0"/>
              <a:t>Challenges</a:t>
            </a:r>
            <a:endParaRPr lang="en-DE" dirty="0"/>
          </a:p>
        </p:txBody>
      </p:sp>
      <p:sp>
        <p:nvSpPr>
          <p:cNvPr id="8" name="Title 7">
            <a:extLst>
              <a:ext uri="{FF2B5EF4-FFF2-40B4-BE49-F238E27FC236}">
                <a16:creationId xmlns:a16="http://schemas.microsoft.com/office/drawing/2014/main" id="{785EFD8C-9F53-87C8-6E18-DFA189F8CA8D}"/>
              </a:ext>
            </a:extLst>
          </p:cNvPr>
          <p:cNvSpPr>
            <a:spLocks noGrp="1"/>
          </p:cNvSpPr>
          <p:nvPr>
            <p:ph type="title"/>
          </p:nvPr>
        </p:nvSpPr>
        <p:spPr/>
        <p:txBody>
          <a:bodyPr/>
          <a:lstStyle/>
          <a:p>
            <a:r>
              <a:rPr lang="de-DE" dirty="0"/>
              <a:t>TOpics</a:t>
            </a:r>
            <a:endParaRPr lang="en-DE" dirty="0"/>
          </a:p>
        </p:txBody>
      </p:sp>
    </p:spTree>
    <p:extLst>
      <p:ext uri="{BB962C8B-B14F-4D97-AF65-F5344CB8AC3E}">
        <p14:creationId xmlns:p14="http://schemas.microsoft.com/office/powerpoint/2010/main" val="542059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FD5F-786B-1974-5F47-94CA02CFA6E5}"/>
              </a:ext>
            </a:extLst>
          </p:cNvPr>
          <p:cNvSpPr>
            <a:spLocks noGrp="1"/>
          </p:cNvSpPr>
          <p:nvPr>
            <p:ph type="title"/>
          </p:nvPr>
        </p:nvSpPr>
        <p:spPr>
          <a:xfrm>
            <a:off x="914399" y="2580640"/>
            <a:ext cx="6509657" cy="3368819"/>
          </a:xfrm>
        </p:spPr>
        <p:txBody>
          <a:bodyPr/>
          <a:lstStyle/>
          <a:p>
            <a:r>
              <a:rPr lang="en-US" dirty="0"/>
              <a:t>Air pollution</a:t>
            </a:r>
          </a:p>
        </p:txBody>
      </p:sp>
      <p:sp>
        <p:nvSpPr>
          <p:cNvPr id="4" name="Picture Placeholder 3">
            <a:extLst>
              <a:ext uri="{FF2B5EF4-FFF2-40B4-BE49-F238E27FC236}">
                <a16:creationId xmlns:a16="http://schemas.microsoft.com/office/drawing/2014/main" id="{55653FBA-57C1-8AFA-803B-F0FCC740AB58}"/>
              </a:ext>
            </a:extLst>
          </p:cNvPr>
          <p:cNvSpPr>
            <a:spLocks noGrp="1"/>
          </p:cNvSpPr>
          <p:nvPr>
            <p:ph type="pic" sz="quarter" idx="10"/>
          </p:nvPr>
        </p:nvSpPr>
        <p:spPr/>
        <p:txBody>
          <a:bodyPr/>
          <a:lstStyle/>
          <a:p>
            <a:endParaRPr lang="en-DE"/>
          </a:p>
        </p:txBody>
      </p:sp>
    </p:spTree>
    <p:extLst>
      <p:ext uri="{BB962C8B-B14F-4D97-AF65-F5344CB8AC3E}">
        <p14:creationId xmlns:p14="http://schemas.microsoft.com/office/powerpoint/2010/main" val="4293742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E4F0B-A6EB-861C-1C34-CAA9BDE47858}"/>
              </a:ext>
            </a:extLst>
          </p:cNvPr>
          <p:cNvSpPr>
            <a:spLocks noGrp="1"/>
          </p:cNvSpPr>
          <p:nvPr>
            <p:ph type="title"/>
          </p:nvPr>
        </p:nvSpPr>
        <p:spPr>
          <a:xfrm>
            <a:off x="914399" y="365125"/>
            <a:ext cx="9041259" cy="1646555"/>
          </a:xfrm>
        </p:spPr>
        <p:txBody>
          <a:bodyPr/>
          <a:lstStyle/>
          <a:p>
            <a:r>
              <a:rPr lang="en-US" dirty="0"/>
              <a:t>Air Pollution – research Questions</a:t>
            </a:r>
            <a:r>
              <a:rPr lang="en-US" sz="3200" dirty="0"/>
              <a:t> </a:t>
            </a:r>
          </a:p>
        </p:txBody>
      </p:sp>
      <p:sp>
        <p:nvSpPr>
          <p:cNvPr id="4" name="Slide Number Placeholder 3">
            <a:extLst>
              <a:ext uri="{FF2B5EF4-FFF2-40B4-BE49-F238E27FC236}">
                <a16:creationId xmlns:a16="http://schemas.microsoft.com/office/drawing/2014/main" id="{6FE0D061-7327-A55C-AF6A-A95C24DD8B72}"/>
              </a:ext>
            </a:extLst>
          </p:cNvPr>
          <p:cNvSpPr>
            <a:spLocks noGrp="1"/>
          </p:cNvSpPr>
          <p:nvPr>
            <p:ph type="sldNum" sz="quarter" idx="4"/>
          </p:nvPr>
        </p:nvSpPr>
        <p:spPr/>
        <p:txBody>
          <a:bodyPr/>
          <a:lstStyle/>
          <a:p>
            <a:fld id="{B5CEABB6-07DC-46E8-9B57-56EC44A396E5}" type="slidenum">
              <a:rPr lang="en-US" smtClean="0"/>
              <a:pPr/>
              <a:t>4</a:t>
            </a:fld>
            <a:endParaRPr lang="en-US" dirty="0"/>
          </a:p>
        </p:txBody>
      </p:sp>
      <p:sp>
        <p:nvSpPr>
          <p:cNvPr id="6" name="Content Placeholder 5">
            <a:extLst>
              <a:ext uri="{FF2B5EF4-FFF2-40B4-BE49-F238E27FC236}">
                <a16:creationId xmlns:a16="http://schemas.microsoft.com/office/drawing/2014/main" id="{687132C3-EDB2-0E3B-98F1-1D8F26B5C7BE}"/>
              </a:ext>
            </a:extLst>
          </p:cNvPr>
          <p:cNvSpPr>
            <a:spLocks noGrp="1"/>
          </p:cNvSpPr>
          <p:nvPr>
            <p:ph sz="quarter" idx="10"/>
          </p:nvPr>
        </p:nvSpPr>
        <p:spPr>
          <a:xfrm>
            <a:off x="914399" y="2011363"/>
            <a:ext cx="7979230" cy="4155757"/>
          </a:xfrm>
        </p:spPr>
        <p:txBody>
          <a:bodyPr>
            <a:noAutofit/>
          </a:bodyPr>
          <a:lstStyle/>
          <a:p>
            <a:pPr marL="0" indent="0">
              <a:lnSpc>
                <a:spcPct val="100000"/>
              </a:lnSpc>
              <a:buNone/>
            </a:pPr>
            <a:r>
              <a:rPr lang="en-US" sz="1600" b="1" u="sng" dirty="0"/>
              <a:t>1.</a:t>
            </a:r>
            <a:r>
              <a:rPr lang="en-US" sz="1600" b="1" dirty="0"/>
              <a:t> </a:t>
            </a:r>
            <a:r>
              <a:rPr lang="en-US" sz="1600" dirty="0"/>
              <a:t>How do the average yearly values of PM10, PM2.5 and NO₂ change in Germany from 2016-2026?</a:t>
            </a:r>
          </a:p>
          <a:p>
            <a:pPr marL="0" indent="0">
              <a:lnSpc>
                <a:spcPct val="100000"/>
              </a:lnSpc>
              <a:buNone/>
            </a:pPr>
            <a:r>
              <a:rPr lang="en-US" sz="1600" b="1" u="sng" dirty="0"/>
              <a:t>2.1</a:t>
            </a:r>
            <a:r>
              <a:rPr lang="en-US" sz="1600" dirty="0"/>
              <a:t> How did New Years Eve change the air pollution from 2016 to 2025?</a:t>
            </a:r>
          </a:p>
          <a:p>
            <a:pPr marL="0" indent="0">
              <a:lnSpc>
                <a:spcPct val="100000"/>
              </a:lnSpc>
              <a:buNone/>
            </a:pPr>
            <a:r>
              <a:rPr lang="en-US" sz="1600" b="1" u="sng" dirty="0"/>
              <a:t>2.2</a:t>
            </a:r>
            <a:r>
              <a:rPr lang="en-US" sz="1600" dirty="0"/>
              <a:t> How did the COVID-19 pandemic affect the air pollution compared to the previous and following years?</a:t>
            </a:r>
          </a:p>
          <a:p>
            <a:pPr marL="0" indent="0">
              <a:lnSpc>
                <a:spcPct val="100000"/>
              </a:lnSpc>
              <a:buNone/>
            </a:pPr>
            <a:r>
              <a:rPr lang="en-US" sz="1600" b="1" u="sng" dirty="0"/>
              <a:t>3</a:t>
            </a:r>
            <a:r>
              <a:rPr lang="en-US" sz="1600" dirty="0"/>
              <a:t> How much do the annual average values for PM10, PM2.5, and NO_2 differ between the federal states in the period 2016–2026?</a:t>
            </a:r>
          </a:p>
          <a:p>
            <a:pPr marL="0" indent="0">
              <a:lnSpc>
                <a:spcPct val="100000"/>
              </a:lnSpc>
              <a:buNone/>
            </a:pPr>
            <a:r>
              <a:rPr lang="en-US" sz="1600" b="1" u="sng" dirty="0">
                <a:highlight>
                  <a:srgbClr val="FFFF00"/>
                </a:highlight>
              </a:rPr>
              <a:t>4.1</a:t>
            </a:r>
            <a:r>
              <a:rPr lang="en-US" sz="1600" dirty="0">
                <a:highlight>
                  <a:srgbClr val="FFFF00"/>
                </a:highlight>
              </a:rPr>
              <a:t> How do the PM10 concentration between urban, suburban and rural areas differ in the period 2016-2026?</a:t>
            </a:r>
          </a:p>
          <a:p>
            <a:pPr marL="0" indent="0">
              <a:lnSpc>
                <a:spcPct val="100000"/>
              </a:lnSpc>
              <a:buNone/>
            </a:pPr>
            <a:r>
              <a:rPr lang="en-US" sz="1600" b="1" u="sng" dirty="0">
                <a:highlight>
                  <a:srgbClr val="FFFF00"/>
                </a:highlight>
              </a:rPr>
              <a:t>4.2</a:t>
            </a:r>
            <a:r>
              <a:rPr lang="en-US" sz="1600" dirty="0">
                <a:highlight>
                  <a:srgbClr val="FFFF00"/>
                </a:highlight>
              </a:rPr>
              <a:t> Do the data for urban, suburban, and rural measuring stations differ in terms of the positioning of the stations (background, traffic, industry) in the period 2016-2026?</a:t>
            </a:r>
          </a:p>
          <a:p>
            <a:pPr marL="0" indent="0">
              <a:lnSpc>
                <a:spcPct val="100000"/>
              </a:lnSpc>
              <a:buNone/>
            </a:pPr>
            <a:endParaRPr lang="en-US" sz="1600" dirty="0"/>
          </a:p>
        </p:txBody>
      </p:sp>
    </p:spTree>
    <p:extLst>
      <p:ext uri="{BB962C8B-B14F-4D97-AF65-F5344CB8AC3E}">
        <p14:creationId xmlns:p14="http://schemas.microsoft.com/office/powerpoint/2010/main" val="412000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4E7A8-B0C8-428E-FF7D-5C66FF468E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CE4526-67CB-CCC2-F24B-4FF3A682EC51}"/>
              </a:ext>
            </a:extLst>
          </p:cNvPr>
          <p:cNvSpPr>
            <a:spLocks noGrp="1"/>
          </p:cNvSpPr>
          <p:nvPr>
            <p:ph type="title"/>
          </p:nvPr>
        </p:nvSpPr>
        <p:spPr>
          <a:xfrm>
            <a:off x="914399" y="365125"/>
            <a:ext cx="8753583" cy="1646555"/>
          </a:xfrm>
        </p:spPr>
        <p:txBody>
          <a:bodyPr/>
          <a:lstStyle/>
          <a:p>
            <a:r>
              <a:rPr lang="en-US" sz="3200" dirty="0"/>
              <a:t>Air Pollution – Research </a:t>
            </a:r>
            <a:r>
              <a:rPr lang="en-US" sz="3200" dirty="0" err="1"/>
              <a:t>QUestions</a:t>
            </a:r>
            <a:r>
              <a:rPr lang="en-US" sz="3200" dirty="0"/>
              <a:t> </a:t>
            </a:r>
          </a:p>
        </p:txBody>
      </p:sp>
      <p:sp>
        <p:nvSpPr>
          <p:cNvPr id="4" name="Slide Number Placeholder 3">
            <a:extLst>
              <a:ext uri="{FF2B5EF4-FFF2-40B4-BE49-F238E27FC236}">
                <a16:creationId xmlns:a16="http://schemas.microsoft.com/office/drawing/2014/main" id="{81EF0EBE-0120-BBA0-E9E4-975498B90D95}"/>
              </a:ext>
            </a:extLst>
          </p:cNvPr>
          <p:cNvSpPr>
            <a:spLocks noGrp="1"/>
          </p:cNvSpPr>
          <p:nvPr>
            <p:ph type="sldNum" sz="quarter" idx="4"/>
          </p:nvPr>
        </p:nvSpPr>
        <p:spPr/>
        <p:txBody>
          <a:bodyPr/>
          <a:lstStyle/>
          <a:p>
            <a:fld id="{B5CEABB6-07DC-46E8-9B57-56EC44A396E5}" type="slidenum">
              <a:rPr lang="en-US" smtClean="0"/>
              <a:pPr/>
              <a:t>5</a:t>
            </a:fld>
            <a:endParaRPr lang="en-US" dirty="0"/>
          </a:p>
        </p:txBody>
      </p:sp>
      <p:sp>
        <p:nvSpPr>
          <p:cNvPr id="6" name="Content Placeholder 5">
            <a:extLst>
              <a:ext uri="{FF2B5EF4-FFF2-40B4-BE49-F238E27FC236}">
                <a16:creationId xmlns:a16="http://schemas.microsoft.com/office/drawing/2014/main" id="{FD3B5248-9F82-0CCB-A2D4-7228D9E5AB53}"/>
              </a:ext>
            </a:extLst>
          </p:cNvPr>
          <p:cNvSpPr>
            <a:spLocks noGrp="1"/>
          </p:cNvSpPr>
          <p:nvPr>
            <p:ph sz="quarter" idx="10"/>
          </p:nvPr>
        </p:nvSpPr>
        <p:spPr/>
        <p:txBody>
          <a:bodyPr vert="horz" lIns="91440" tIns="45720" rIns="91440" bIns="45720" rtlCol="0" anchor="t">
            <a:noAutofit/>
          </a:bodyPr>
          <a:lstStyle/>
          <a:p>
            <a:pPr marL="0" indent="0">
              <a:buNone/>
            </a:pPr>
            <a:r>
              <a:rPr lang="en-US" sz="1600" b="1" u="sng" dirty="0"/>
              <a:t>5</a:t>
            </a:r>
            <a:r>
              <a:rPr lang="en-US" sz="1600" dirty="0"/>
              <a:t> How do the PM10 concentrations vary between seasons in the years 2016 to 2026?</a:t>
            </a:r>
          </a:p>
          <a:p>
            <a:pPr marL="0" indent="0">
              <a:buNone/>
            </a:pPr>
            <a:r>
              <a:rPr lang="en-US" sz="1600" b="1" u="sng">
                <a:highlight>
                  <a:srgbClr val="FFFF00"/>
                </a:highlight>
              </a:rPr>
              <a:t>6.1</a:t>
            </a:r>
            <a:r>
              <a:rPr lang="en-US" sz="1600" dirty="0">
                <a:highlight>
                  <a:srgbClr val="FFFF00"/>
                </a:highlight>
              </a:rPr>
              <a:t> How does daily maximum temperature influence PM10 and PM2.5 concentrations in major German cities between 2016 and 2026?</a:t>
            </a:r>
          </a:p>
          <a:p>
            <a:pPr marL="0" indent="0">
              <a:buNone/>
            </a:pPr>
            <a:r>
              <a:rPr lang="en-US" sz="1600" b="1" u="sng">
                <a:highlight>
                  <a:srgbClr val="FFFF00"/>
                </a:highlight>
              </a:rPr>
              <a:t>6.2</a:t>
            </a:r>
            <a:r>
              <a:rPr lang="en-US" sz="1600" dirty="0">
                <a:highlight>
                  <a:srgbClr val="FFFF00"/>
                </a:highlight>
              </a:rPr>
              <a:t> How do rainfall patterns relate to changes in PM10 and PM2.5 concentrations in major German cities between 2016 and 2026?</a:t>
            </a:r>
          </a:p>
          <a:p>
            <a:pPr marL="0" indent="0">
              <a:buNone/>
            </a:pPr>
            <a:r>
              <a:rPr lang="en-US" sz="1600" b="1" u="sng">
                <a:highlight>
                  <a:srgbClr val="FFFF00"/>
                </a:highlight>
              </a:rPr>
              <a:t>7</a:t>
            </a:r>
            <a:r>
              <a:rPr lang="en-US" sz="1600" dirty="0">
                <a:highlight>
                  <a:srgbClr val="FFFF00"/>
                </a:highlight>
              </a:rPr>
              <a:t> What is the impact of summer school holidays in the individual federal states on NO_2 concentrations in the years 2016 to 2026?</a:t>
            </a:r>
          </a:p>
          <a:p>
            <a:pPr marL="0" indent="0">
              <a:buNone/>
            </a:pPr>
            <a:r>
              <a:rPr lang="en-US" sz="1600" b="1" u="sng" dirty="0">
                <a:highlight>
                  <a:srgbClr val="FFFF00"/>
                </a:highlight>
              </a:rPr>
              <a:t>8</a:t>
            </a:r>
            <a:r>
              <a:rPr lang="en-US" sz="1600" dirty="0">
                <a:highlight>
                  <a:srgbClr val="FFFF00"/>
                </a:highlight>
              </a:rPr>
              <a:t> </a:t>
            </a:r>
            <a:r>
              <a:rPr lang="en-US" sz="1600">
                <a:highlight>
                  <a:srgbClr val="FFFF00"/>
                </a:highlight>
                <a:ea typeface="+mn-lt"/>
                <a:cs typeface="+mn-lt"/>
              </a:rPr>
              <a:t>How does Germany compare to other countries in terms of the daily</a:t>
            </a:r>
            <a:r>
              <a:rPr lang="en-US" sz="1600">
                <a:highlight>
                  <a:srgbClr val="FFFF00"/>
                </a:highlight>
              </a:rPr>
              <a:t> average concentrations of PM2.5, PM10 and NO2</a:t>
            </a:r>
            <a:r>
              <a:rPr lang="en-US" sz="1600" dirty="0">
                <a:highlight>
                  <a:srgbClr val="FFFF00"/>
                </a:highlight>
              </a:rPr>
              <a:t>?</a:t>
            </a:r>
            <a:endParaRPr lang="en-GB" sz="1600" dirty="0">
              <a:highlight>
                <a:srgbClr val="FFFF00"/>
              </a:highlight>
            </a:endParaRPr>
          </a:p>
        </p:txBody>
      </p:sp>
    </p:spTree>
    <p:extLst>
      <p:ext uri="{BB962C8B-B14F-4D97-AF65-F5344CB8AC3E}">
        <p14:creationId xmlns:p14="http://schemas.microsoft.com/office/powerpoint/2010/main" val="396977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A45370-C757-726E-5FF8-1FA1ECEAEA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5FD1E8-BDE0-0655-DCDE-46020B9E72DC}"/>
              </a:ext>
            </a:extLst>
          </p:cNvPr>
          <p:cNvSpPr>
            <a:spLocks noGrp="1"/>
          </p:cNvSpPr>
          <p:nvPr>
            <p:ph type="title"/>
          </p:nvPr>
        </p:nvSpPr>
        <p:spPr/>
        <p:txBody>
          <a:bodyPr/>
          <a:lstStyle/>
          <a:p>
            <a:r>
              <a:rPr lang="en-US" dirty="0"/>
              <a:t>Air pollution</a:t>
            </a:r>
            <a:r>
              <a:rPr lang="en-US" sz="3200" dirty="0"/>
              <a:t> – our Api</a:t>
            </a:r>
            <a:r>
              <a:rPr lang="en-US" sz="2000" b="1" dirty="0"/>
              <a:t>s</a:t>
            </a:r>
            <a:r>
              <a:rPr lang="en-US" sz="3200" dirty="0"/>
              <a:t> </a:t>
            </a:r>
          </a:p>
        </p:txBody>
      </p:sp>
      <p:sp>
        <p:nvSpPr>
          <p:cNvPr id="4" name="Slide Number Placeholder 3">
            <a:extLst>
              <a:ext uri="{FF2B5EF4-FFF2-40B4-BE49-F238E27FC236}">
                <a16:creationId xmlns:a16="http://schemas.microsoft.com/office/drawing/2014/main" id="{A2E9CE2E-01C8-1F02-2284-04FFFCED96EA}"/>
              </a:ext>
            </a:extLst>
          </p:cNvPr>
          <p:cNvSpPr>
            <a:spLocks noGrp="1"/>
          </p:cNvSpPr>
          <p:nvPr>
            <p:ph type="sldNum" sz="quarter" idx="4"/>
          </p:nvPr>
        </p:nvSpPr>
        <p:spPr/>
        <p:txBody>
          <a:bodyPr/>
          <a:lstStyle/>
          <a:p>
            <a:fld id="{B5CEABB6-07DC-46E8-9B57-56EC44A396E5}" type="slidenum">
              <a:rPr lang="en-US" smtClean="0"/>
              <a:pPr/>
              <a:t>6</a:t>
            </a:fld>
            <a:endParaRPr lang="en-US" dirty="0"/>
          </a:p>
        </p:txBody>
      </p:sp>
      <p:sp>
        <p:nvSpPr>
          <p:cNvPr id="6" name="Content Placeholder 5">
            <a:extLst>
              <a:ext uri="{FF2B5EF4-FFF2-40B4-BE49-F238E27FC236}">
                <a16:creationId xmlns:a16="http://schemas.microsoft.com/office/drawing/2014/main" id="{607CAE08-34BE-B312-8081-52845E73133F}"/>
              </a:ext>
            </a:extLst>
          </p:cNvPr>
          <p:cNvSpPr>
            <a:spLocks noGrp="1"/>
          </p:cNvSpPr>
          <p:nvPr>
            <p:ph sz="quarter" idx="10"/>
          </p:nvPr>
        </p:nvSpPr>
        <p:spPr/>
        <p:txBody>
          <a:bodyPr>
            <a:noAutofit/>
          </a:bodyPr>
          <a:lstStyle/>
          <a:p>
            <a:r>
              <a:rPr lang="de-DE" sz="1800" dirty="0" err="1"/>
              <a:t>Bund.DEV</a:t>
            </a:r>
            <a:r>
              <a:rPr lang="de-DE" sz="1800" dirty="0"/>
              <a:t> </a:t>
            </a:r>
            <a:r>
              <a:rPr lang="de-DE" sz="1800" dirty="0" err="1"/>
              <a:t>air</a:t>
            </a:r>
            <a:r>
              <a:rPr lang="de-DE" sz="1800" dirty="0"/>
              <a:t> </a:t>
            </a:r>
            <a:r>
              <a:rPr lang="de-DE" sz="1800" dirty="0" err="1"/>
              <a:t>quality</a:t>
            </a:r>
            <a:r>
              <a:rPr lang="de-DE" sz="1800" dirty="0"/>
              <a:t> API </a:t>
            </a:r>
          </a:p>
          <a:p>
            <a:r>
              <a:rPr lang="de-DE" sz="1800" dirty="0"/>
              <a:t>Umweltbundesamt </a:t>
            </a:r>
            <a:r>
              <a:rPr lang="de-DE" sz="1800" dirty="0" err="1"/>
              <a:t>air</a:t>
            </a:r>
            <a:r>
              <a:rPr lang="de-DE" sz="1800" dirty="0"/>
              <a:t> </a:t>
            </a:r>
            <a:r>
              <a:rPr lang="de-DE" sz="1800" dirty="0" err="1"/>
              <a:t>data</a:t>
            </a:r>
            <a:r>
              <a:rPr lang="de-DE" sz="1800" dirty="0"/>
              <a:t> API</a:t>
            </a:r>
          </a:p>
          <a:p>
            <a:r>
              <a:rPr lang="de-DE" sz="1800" dirty="0"/>
              <a:t>Open-Meteo </a:t>
            </a:r>
            <a:r>
              <a:rPr lang="de-DE" sz="1800" dirty="0" err="1"/>
              <a:t>weather</a:t>
            </a:r>
            <a:r>
              <a:rPr lang="de-DE" sz="1800" dirty="0"/>
              <a:t> API</a:t>
            </a:r>
            <a:endParaRPr lang="en-DE" sz="1800" dirty="0"/>
          </a:p>
          <a:p>
            <a:r>
              <a:rPr lang="de-DE" sz="1800" dirty="0"/>
              <a:t>schulferien-</a:t>
            </a:r>
            <a:r>
              <a:rPr lang="de-DE" sz="1800" dirty="0" err="1"/>
              <a:t>api</a:t>
            </a:r>
            <a:endParaRPr lang="en-DE" sz="1800" dirty="0"/>
          </a:p>
        </p:txBody>
      </p:sp>
    </p:spTree>
    <p:extLst>
      <p:ext uri="{BB962C8B-B14F-4D97-AF65-F5344CB8AC3E}">
        <p14:creationId xmlns:p14="http://schemas.microsoft.com/office/powerpoint/2010/main" val="3137142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CFD671-F6BE-D528-71FC-054F0200B6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278B72-CD3E-08E8-F4E6-9CD07C33ED69}"/>
              </a:ext>
            </a:extLst>
          </p:cNvPr>
          <p:cNvSpPr>
            <a:spLocks noGrp="1"/>
          </p:cNvSpPr>
          <p:nvPr>
            <p:ph type="title"/>
          </p:nvPr>
        </p:nvSpPr>
        <p:spPr/>
        <p:txBody>
          <a:bodyPr/>
          <a:lstStyle/>
          <a:p>
            <a:r>
              <a:rPr lang="en-US" dirty="0"/>
              <a:t>Air pollution - </a:t>
            </a:r>
            <a:r>
              <a:rPr lang="de-DE" dirty="0" err="1"/>
              <a:t>achievements</a:t>
            </a:r>
            <a:endParaRPr lang="en-US" sz="3200" dirty="0" err="1"/>
          </a:p>
        </p:txBody>
      </p:sp>
      <p:sp>
        <p:nvSpPr>
          <p:cNvPr id="4" name="Slide Number Placeholder 3">
            <a:extLst>
              <a:ext uri="{FF2B5EF4-FFF2-40B4-BE49-F238E27FC236}">
                <a16:creationId xmlns:a16="http://schemas.microsoft.com/office/drawing/2014/main" id="{01E686C7-06B4-4C6D-DAA3-586F6F99B7B7}"/>
              </a:ext>
            </a:extLst>
          </p:cNvPr>
          <p:cNvSpPr>
            <a:spLocks noGrp="1"/>
          </p:cNvSpPr>
          <p:nvPr>
            <p:ph type="sldNum" sz="quarter" idx="4"/>
          </p:nvPr>
        </p:nvSpPr>
        <p:spPr/>
        <p:txBody>
          <a:bodyPr/>
          <a:lstStyle/>
          <a:p>
            <a:fld id="{B5CEABB6-07DC-46E8-9B57-56EC44A396E5}" type="slidenum">
              <a:rPr lang="en-US" smtClean="0"/>
              <a:pPr/>
              <a:t>7</a:t>
            </a:fld>
            <a:endParaRPr lang="en-US" dirty="0"/>
          </a:p>
        </p:txBody>
      </p:sp>
      <p:pic>
        <p:nvPicPr>
          <p:cNvPr id="8" name="Grafik 7">
            <a:extLst>
              <a:ext uri="{FF2B5EF4-FFF2-40B4-BE49-F238E27FC236}">
                <a16:creationId xmlns:a16="http://schemas.microsoft.com/office/drawing/2014/main" id="{303C9219-C193-EDD6-6377-DA1C34619831}"/>
              </a:ext>
            </a:extLst>
          </p:cNvPr>
          <p:cNvPicPr>
            <a:picLocks noChangeAspect="1"/>
          </p:cNvPicPr>
          <p:nvPr/>
        </p:nvPicPr>
        <p:blipFill>
          <a:blip r:embed="rId3"/>
          <a:stretch>
            <a:fillRect/>
          </a:stretch>
        </p:blipFill>
        <p:spPr>
          <a:xfrm>
            <a:off x="8529857" y="709233"/>
            <a:ext cx="2981741" cy="5439534"/>
          </a:xfrm>
          <a:prstGeom prst="rect">
            <a:avLst/>
          </a:prstGeom>
        </p:spPr>
      </p:pic>
      <p:pic>
        <p:nvPicPr>
          <p:cNvPr id="12" name="Inhaltsplatzhalter 11">
            <a:extLst>
              <a:ext uri="{FF2B5EF4-FFF2-40B4-BE49-F238E27FC236}">
                <a16:creationId xmlns:a16="http://schemas.microsoft.com/office/drawing/2014/main" id="{6216248F-BB62-9076-6D65-8FF114BDE0DD}"/>
              </a:ext>
            </a:extLst>
          </p:cNvPr>
          <p:cNvPicPr>
            <a:picLocks noGrp="1" noChangeAspect="1"/>
          </p:cNvPicPr>
          <p:nvPr>
            <p:ph sz="quarter" idx="10"/>
          </p:nvPr>
        </p:nvPicPr>
        <p:blipFill>
          <a:blip r:embed="rId4"/>
          <a:stretch>
            <a:fillRect/>
          </a:stretch>
        </p:blipFill>
        <p:spPr>
          <a:xfrm>
            <a:off x="914111" y="2011680"/>
            <a:ext cx="7273925" cy="1887769"/>
          </a:xfrm>
          <a:prstGeom prst="rect">
            <a:avLst/>
          </a:prstGeom>
        </p:spPr>
      </p:pic>
    </p:spTree>
    <p:extLst>
      <p:ext uri="{BB962C8B-B14F-4D97-AF65-F5344CB8AC3E}">
        <p14:creationId xmlns:p14="http://schemas.microsoft.com/office/powerpoint/2010/main" val="3073999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A0731-FAA8-93CA-20F3-A8FD057498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C39F1-C4AE-D04A-D199-9DBFB39CCC52}"/>
              </a:ext>
            </a:extLst>
          </p:cNvPr>
          <p:cNvSpPr>
            <a:spLocks noGrp="1"/>
          </p:cNvSpPr>
          <p:nvPr>
            <p:ph type="title"/>
          </p:nvPr>
        </p:nvSpPr>
        <p:spPr>
          <a:xfrm>
            <a:off x="914399" y="365125"/>
            <a:ext cx="9390581" cy="1646555"/>
          </a:xfrm>
        </p:spPr>
        <p:txBody>
          <a:bodyPr/>
          <a:lstStyle/>
          <a:p>
            <a:r>
              <a:rPr lang="en-US" dirty="0"/>
              <a:t>Air pollution – Monthly Average Germany</a:t>
            </a:r>
            <a:endParaRPr lang="en-US" sz="3200" dirty="0"/>
          </a:p>
        </p:txBody>
      </p:sp>
      <p:sp>
        <p:nvSpPr>
          <p:cNvPr id="4" name="Slide Number Placeholder 3">
            <a:extLst>
              <a:ext uri="{FF2B5EF4-FFF2-40B4-BE49-F238E27FC236}">
                <a16:creationId xmlns:a16="http://schemas.microsoft.com/office/drawing/2014/main" id="{80A60E58-CB83-56F7-F6FF-2A0BB932813A}"/>
              </a:ext>
            </a:extLst>
          </p:cNvPr>
          <p:cNvSpPr>
            <a:spLocks noGrp="1"/>
          </p:cNvSpPr>
          <p:nvPr>
            <p:ph type="sldNum" sz="quarter" idx="4"/>
          </p:nvPr>
        </p:nvSpPr>
        <p:spPr/>
        <p:txBody>
          <a:bodyPr/>
          <a:lstStyle/>
          <a:p>
            <a:fld id="{B5CEABB6-07DC-46E8-9B57-56EC44A396E5}" type="slidenum">
              <a:rPr lang="en-US" smtClean="0"/>
              <a:pPr/>
              <a:t>8</a:t>
            </a:fld>
            <a:endParaRPr lang="en-US" dirty="0"/>
          </a:p>
        </p:txBody>
      </p:sp>
      <p:pic>
        <p:nvPicPr>
          <p:cNvPr id="5" name="Inhaltsplatzhalter 4">
            <a:extLst>
              <a:ext uri="{FF2B5EF4-FFF2-40B4-BE49-F238E27FC236}">
                <a16:creationId xmlns:a16="http://schemas.microsoft.com/office/drawing/2014/main" id="{692E27E8-A333-15F7-7B9D-45FDA18C2D44}"/>
              </a:ext>
            </a:extLst>
          </p:cNvPr>
          <p:cNvPicPr>
            <a:picLocks noGrp="1" noChangeAspect="1"/>
          </p:cNvPicPr>
          <p:nvPr>
            <p:ph sz="quarter" idx="10"/>
          </p:nvPr>
        </p:nvPicPr>
        <p:blipFill>
          <a:blip r:embed="rId3"/>
          <a:stretch>
            <a:fillRect/>
          </a:stretch>
        </p:blipFill>
        <p:spPr>
          <a:xfrm>
            <a:off x="914400" y="2214633"/>
            <a:ext cx="7273925" cy="3749535"/>
          </a:xfrm>
          <a:prstGeom prst="rect">
            <a:avLst/>
          </a:prstGeom>
        </p:spPr>
      </p:pic>
    </p:spTree>
    <p:extLst>
      <p:ext uri="{BB962C8B-B14F-4D97-AF65-F5344CB8AC3E}">
        <p14:creationId xmlns:p14="http://schemas.microsoft.com/office/powerpoint/2010/main" val="294331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11D73-8B08-F823-C04B-9D49D5FA1C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FFDB1-704C-238A-5CCD-BA0A8E5B472D}"/>
              </a:ext>
            </a:extLst>
          </p:cNvPr>
          <p:cNvSpPr>
            <a:spLocks noGrp="1"/>
          </p:cNvSpPr>
          <p:nvPr>
            <p:ph type="title"/>
          </p:nvPr>
        </p:nvSpPr>
        <p:spPr>
          <a:xfrm>
            <a:off x="914399" y="365125"/>
            <a:ext cx="9719354" cy="1646555"/>
          </a:xfrm>
        </p:spPr>
        <p:txBody>
          <a:bodyPr/>
          <a:lstStyle/>
          <a:p>
            <a:r>
              <a:rPr lang="en-US" dirty="0"/>
              <a:t>Air Pollution</a:t>
            </a:r>
            <a:r>
              <a:rPr lang="en-US" sz="3200" dirty="0"/>
              <a:t> – Api Outpu</a:t>
            </a:r>
            <a:r>
              <a:rPr lang="en-US" dirty="0"/>
              <a:t>t Summer Holiday</a:t>
            </a:r>
            <a:endParaRPr lang="en-US" sz="3200" dirty="0"/>
          </a:p>
        </p:txBody>
      </p:sp>
      <p:sp>
        <p:nvSpPr>
          <p:cNvPr id="4" name="Slide Number Placeholder 3">
            <a:extLst>
              <a:ext uri="{FF2B5EF4-FFF2-40B4-BE49-F238E27FC236}">
                <a16:creationId xmlns:a16="http://schemas.microsoft.com/office/drawing/2014/main" id="{D7AB4E79-8EB3-EAE9-8F45-5132227914E1}"/>
              </a:ext>
            </a:extLst>
          </p:cNvPr>
          <p:cNvSpPr>
            <a:spLocks noGrp="1"/>
          </p:cNvSpPr>
          <p:nvPr>
            <p:ph type="sldNum" sz="quarter" idx="4"/>
          </p:nvPr>
        </p:nvSpPr>
        <p:spPr/>
        <p:txBody>
          <a:bodyPr/>
          <a:lstStyle/>
          <a:p>
            <a:fld id="{B5CEABB6-07DC-46E8-9B57-56EC44A396E5}" type="slidenum">
              <a:rPr lang="en-US" smtClean="0"/>
              <a:pPr/>
              <a:t>9</a:t>
            </a:fld>
            <a:endParaRPr lang="en-US" dirty="0"/>
          </a:p>
        </p:txBody>
      </p:sp>
      <p:sp>
        <p:nvSpPr>
          <p:cNvPr id="6" name="Content Placeholder 5">
            <a:extLst>
              <a:ext uri="{FF2B5EF4-FFF2-40B4-BE49-F238E27FC236}">
                <a16:creationId xmlns:a16="http://schemas.microsoft.com/office/drawing/2014/main" id="{6F604483-120F-7AF8-CE69-4DDD3CEAB0F0}"/>
              </a:ext>
            </a:extLst>
          </p:cNvPr>
          <p:cNvSpPr>
            <a:spLocks noGrp="1"/>
          </p:cNvSpPr>
          <p:nvPr>
            <p:ph sz="quarter" idx="10"/>
          </p:nvPr>
        </p:nvSpPr>
        <p:spPr/>
        <p:txBody>
          <a:bodyPr>
            <a:normAutofit/>
          </a:bodyPr>
          <a:lstStyle/>
          <a:p>
            <a:r>
              <a:rPr lang="de-DE" sz="1600" dirty="0" err="1"/>
              <a:t>Using</a:t>
            </a:r>
            <a:r>
              <a:rPr lang="de-DE" sz="1600" dirty="0"/>
              <a:t> </a:t>
            </a:r>
            <a:r>
              <a:rPr lang="de-DE" sz="1600" dirty="0" err="1"/>
              <a:t>the</a:t>
            </a:r>
            <a:r>
              <a:rPr lang="de-DE" sz="1600" dirty="0"/>
              <a:t> </a:t>
            </a:r>
            <a:r>
              <a:rPr lang="de-DE" sz="1600" dirty="0">
                <a:hlinkClick r:id="rId3"/>
              </a:rPr>
              <a:t>https://schulferien-api.de/api/v2/2026/</a:t>
            </a:r>
            <a:r>
              <a:rPr lang="de-DE" sz="1600" dirty="0"/>
              <a:t> API</a:t>
            </a:r>
          </a:p>
          <a:p>
            <a:r>
              <a:rPr lang="de-DE" sz="1600" dirty="0"/>
              <a:t>Shows School Holidays </a:t>
            </a:r>
            <a:r>
              <a:rPr lang="de-DE" sz="1600" dirty="0" err="1"/>
              <a:t>by</a:t>
            </a:r>
            <a:r>
              <a:rPr lang="de-DE" sz="1600" dirty="0"/>
              <a:t> </a:t>
            </a:r>
            <a:r>
              <a:rPr lang="de-DE" sz="1600" dirty="0" err="1"/>
              <a:t>year</a:t>
            </a:r>
            <a:r>
              <a:rPr lang="de-DE" sz="1600" dirty="0"/>
              <a:t> and State</a:t>
            </a:r>
          </a:p>
          <a:p>
            <a:endParaRPr lang="en-DE" sz="1600" dirty="0"/>
          </a:p>
        </p:txBody>
      </p:sp>
      <p:pic>
        <p:nvPicPr>
          <p:cNvPr id="5" name="Grafik 4" descr="Ein Bild, das Text, Screenshot, Schrift, Zahl enthält.&#10;&#10;KI-generierte Inhalte können fehlerhaft sein.">
            <a:extLst>
              <a:ext uri="{FF2B5EF4-FFF2-40B4-BE49-F238E27FC236}">
                <a16:creationId xmlns:a16="http://schemas.microsoft.com/office/drawing/2014/main" id="{6706915A-2A7E-0904-9E2A-64F24D6F720A}"/>
              </a:ext>
            </a:extLst>
          </p:cNvPr>
          <p:cNvPicPr>
            <a:picLocks noChangeAspect="1"/>
          </p:cNvPicPr>
          <p:nvPr/>
        </p:nvPicPr>
        <p:blipFill>
          <a:blip r:embed="rId4"/>
          <a:stretch>
            <a:fillRect/>
          </a:stretch>
        </p:blipFill>
        <p:spPr>
          <a:xfrm>
            <a:off x="1109006" y="2990864"/>
            <a:ext cx="4292050" cy="2443841"/>
          </a:xfrm>
          <a:prstGeom prst="rect">
            <a:avLst/>
          </a:prstGeom>
        </p:spPr>
      </p:pic>
    </p:spTree>
    <p:extLst>
      <p:ext uri="{BB962C8B-B14F-4D97-AF65-F5344CB8AC3E}">
        <p14:creationId xmlns:p14="http://schemas.microsoft.com/office/powerpoint/2010/main" val="2338652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7CF4F-2A07-423D-890E-D457F4314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5EF3D-3251-6F40-0499-740F835D8CB0}"/>
              </a:ext>
            </a:extLst>
          </p:cNvPr>
          <p:cNvSpPr>
            <a:spLocks noGrp="1"/>
          </p:cNvSpPr>
          <p:nvPr>
            <p:ph type="title"/>
          </p:nvPr>
        </p:nvSpPr>
        <p:spPr>
          <a:xfrm>
            <a:off x="914399" y="365125"/>
            <a:ext cx="9719354" cy="1646555"/>
          </a:xfrm>
        </p:spPr>
        <p:txBody>
          <a:bodyPr/>
          <a:lstStyle/>
          <a:p>
            <a:r>
              <a:rPr lang="en-US" dirty="0"/>
              <a:t>Air Pollution</a:t>
            </a:r>
            <a:r>
              <a:rPr lang="en-US" sz="3200" dirty="0"/>
              <a:t> – Weather API</a:t>
            </a:r>
          </a:p>
        </p:txBody>
      </p:sp>
      <p:sp>
        <p:nvSpPr>
          <p:cNvPr id="4" name="Slide Number Placeholder 3">
            <a:extLst>
              <a:ext uri="{FF2B5EF4-FFF2-40B4-BE49-F238E27FC236}">
                <a16:creationId xmlns:a16="http://schemas.microsoft.com/office/drawing/2014/main" id="{D41277AB-0FD2-FAB3-E2B4-3B66FF4BD0E0}"/>
              </a:ext>
            </a:extLst>
          </p:cNvPr>
          <p:cNvSpPr>
            <a:spLocks noGrp="1"/>
          </p:cNvSpPr>
          <p:nvPr>
            <p:ph type="sldNum" sz="quarter" idx="4"/>
          </p:nvPr>
        </p:nvSpPr>
        <p:spPr/>
        <p:txBody>
          <a:bodyPr/>
          <a:lstStyle/>
          <a:p>
            <a:fld id="{B5CEABB6-07DC-46E8-9B57-56EC44A396E5}" type="slidenum">
              <a:rPr lang="en-US" smtClean="0"/>
              <a:pPr/>
              <a:t>10</a:t>
            </a:fld>
            <a:endParaRPr lang="en-US" dirty="0"/>
          </a:p>
        </p:txBody>
      </p:sp>
      <p:pic>
        <p:nvPicPr>
          <p:cNvPr id="7" name="Inhaltsplatzhalter 6">
            <a:extLst>
              <a:ext uri="{FF2B5EF4-FFF2-40B4-BE49-F238E27FC236}">
                <a16:creationId xmlns:a16="http://schemas.microsoft.com/office/drawing/2014/main" id="{1B7BAD73-201C-62D7-4E27-D296AA60AF5C}"/>
              </a:ext>
            </a:extLst>
          </p:cNvPr>
          <p:cNvPicPr>
            <a:picLocks noGrp="1" noChangeAspect="1"/>
          </p:cNvPicPr>
          <p:nvPr>
            <p:ph sz="quarter" idx="10"/>
          </p:nvPr>
        </p:nvPicPr>
        <p:blipFill>
          <a:blip r:embed="rId3"/>
          <a:stretch>
            <a:fillRect/>
          </a:stretch>
        </p:blipFill>
        <p:spPr>
          <a:xfrm>
            <a:off x="1545465" y="2114823"/>
            <a:ext cx="5158409" cy="4131431"/>
          </a:xfrm>
          <a:prstGeom prst="rect">
            <a:avLst/>
          </a:prstGeom>
        </p:spPr>
      </p:pic>
      <p:pic>
        <p:nvPicPr>
          <p:cNvPr id="9" name="Grafik 8">
            <a:extLst>
              <a:ext uri="{FF2B5EF4-FFF2-40B4-BE49-F238E27FC236}">
                <a16:creationId xmlns:a16="http://schemas.microsoft.com/office/drawing/2014/main" id="{296A5D9D-7385-9EBF-CF14-81C17865585E}"/>
              </a:ext>
            </a:extLst>
          </p:cNvPr>
          <p:cNvPicPr>
            <a:picLocks noChangeAspect="1"/>
          </p:cNvPicPr>
          <p:nvPr/>
        </p:nvPicPr>
        <p:blipFill>
          <a:blip r:embed="rId4"/>
          <a:stretch>
            <a:fillRect/>
          </a:stretch>
        </p:blipFill>
        <p:spPr>
          <a:xfrm>
            <a:off x="7684256" y="1013791"/>
            <a:ext cx="2422723" cy="5232463"/>
          </a:xfrm>
          <a:prstGeom prst="rect">
            <a:avLst/>
          </a:prstGeom>
        </p:spPr>
      </p:pic>
    </p:spTree>
    <p:extLst>
      <p:ext uri="{BB962C8B-B14F-4D97-AF65-F5344CB8AC3E}">
        <p14:creationId xmlns:p14="http://schemas.microsoft.com/office/powerpoint/2010/main" val="2225908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CB2B4-95AF-3A81-361C-E13874F2AE7C}"/>
            </a:ext>
          </a:extLst>
        </p:cNvPr>
        <p:cNvGrpSpPr/>
        <p:nvPr/>
      </p:nvGrpSpPr>
      <p:grpSpPr>
        <a:xfrm>
          <a:off x="0" y="0"/>
          <a:ext cx="0" cy="0"/>
          <a:chOff x="0" y="0"/>
          <a:chExt cx="0" cy="0"/>
        </a:xfrm>
      </p:grpSpPr>
      <p:pic>
        <p:nvPicPr>
          <p:cNvPr id="3" name="Grafik 2" descr="OpenAQ Platform · GitHub">
            <a:extLst>
              <a:ext uri="{FF2B5EF4-FFF2-40B4-BE49-F238E27FC236}">
                <a16:creationId xmlns:a16="http://schemas.microsoft.com/office/drawing/2014/main" id="{F28B6ED5-4047-584A-9402-DEE66D488419}"/>
              </a:ext>
            </a:extLst>
          </p:cNvPr>
          <p:cNvPicPr>
            <a:picLocks noChangeAspect="1"/>
          </p:cNvPicPr>
          <p:nvPr/>
        </p:nvPicPr>
        <p:blipFill>
          <a:blip r:embed="rId3"/>
          <a:srcRect r="5464" b="1829"/>
          <a:stretch>
            <a:fillRect/>
          </a:stretch>
        </p:blipFill>
        <p:spPr>
          <a:xfrm>
            <a:off x="2633785" y="1304122"/>
            <a:ext cx="1465981" cy="1417430"/>
          </a:xfrm>
          <a:prstGeom prst="rect">
            <a:avLst/>
          </a:prstGeom>
        </p:spPr>
      </p:pic>
      <p:sp>
        <p:nvSpPr>
          <p:cNvPr id="2" name="Title 1">
            <a:extLst>
              <a:ext uri="{FF2B5EF4-FFF2-40B4-BE49-F238E27FC236}">
                <a16:creationId xmlns:a16="http://schemas.microsoft.com/office/drawing/2014/main" id="{A44189FC-2161-E5E8-180D-415F0F76C360}"/>
              </a:ext>
            </a:extLst>
          </p:cNvPr>
          <p:cNvSpPr>
            <a:spLocks noGrp="1"/>
          </p:cNvSpPr>
          <p:nvPr>
            <p:ph type="title"/>
          </p:nvPr>
        </p:nvSpPr>
        <p:spPr>
          <a:xfrm>
            <a:off x="914399" y="365125"/>
            <a:ext cx="10505662" cy="1646555"/>
          </a:xfrm>
        </p:spPr>
        <p:txBody>
          <a:bodyPr/>
          <a:lstStyle/>
          <a:p>
            <a:r>
              <a:rPr lang="en-US" dirty="0"/>
              <a:t>Air Pollution</a:t>
            </a:r>
            <a:r>
              <a:rPr lang="en-US" sz="3200" dirty="0"/>
              <a:t> – </a:t>
            </a:r>
            <a:r>
              <a:rPr lang="en-US" dirty="0"/>
              <a:t>comparison to other countries</a:t>
            </a:r>
            <a:endParaRPr lang="en-US" sz="3200" dirty="0"/>
          </a:p>
        </p:txBody>
      </p:sp>
      <p:sp>
        <p:nvSpPr>
          <p:cNvPr id="4" name="Slide Number Placeholder 3">
            <a:extLst>
              <a:ext uri="{FF2B5EF4-FFF2-40B4-BE49-F238E27FC236}">
                <a16:creationId xmlns:a16="http://schemas.microsoft.com/office/drawing/2014/main" id="{ED338F9C-5E35-D00E-AD28-C7865A5DEFCD}"/>
              </a:ext>
            </a:extLst>
          </p:cNvPr>
          <p:cNvSpPr>
            <a:spLocks noGrp="1"/>
          </p:cNvSpPr>
          <p:nvPr>
            <p:ph type="sldNum" sz="quarter" idx="4"/>
          </p:nvPr>
        </p:nvSpPr>
        <p:spPr/>
        <p:txBody>
          <a:bodyPr/>
          <a:lstStyle/>
          <a:p>
            <a:fld id="{B5CEABB6-07DC-46E8-9B57-56EC44A396E5}" type="slidenum">
              <a:rPr lang="en-US" smtClean="0"/>
              <a:pPr/>
              <a:t>11</a:t>
            </a:fld>
            <a:endParaRPr lang="en-US" dirty="0"/>
          </a:p>
        </p:txBody>
      </p:sp>
      <p:sp>
        <p:nvSpPr>
          <p:cNvPr id="5" name="Inhaltsplatzhalter 4">
            <a:extLst>
              <a:ext uri="{FF2B5EF4-FFF2-40B4-BE49-F238E27FC236}">
                <a16:creationId xmlns:a16="http://schemas.microsoft.com/office/drawing/2014/main" id="{AABF827B-9DE4-A20E-4C3C-0EB8175F3CEF}"/>
              </a:ext>
            </a:extLst>
          </p:cNvPr>
          <p:cNvSpPr>
            <a:spLocks noGrp="1"/>
          </p:cNvSpPr>
          <p:nvPr>
            <p:ph sz="quarter" idx="10"/>
          </p:nvPr>
        </p:nvSpPr>
        <p:spPr>
          <a:xfrm>
            <a:off x="914399" y="2011363"/>
            <a:ext cx="9676054" cy="4155757"/>
          </a:xfrm>
        </p:spPr>
        <p:txBody>
          <a:bodyPr vert="horz" lIns="91440" tIns="45720" rIns="91440" bIns="45720" rtlCol="0" anchor="t">
            <a:normAutofit/>
          </a:bodyPr>
          <a:lstStyle/>
          <a:p>
            <a:r>
              <a:rPr lang="de-DE" dirty="0" err="1"/>
              <a:t>OpenAQ</a:t>
            </a:r>
            <a:r>
              <a:rPr lang="de-DE" dirty="0"/>
              <a:t> API</a:t>
            </a:r>
          </a:p>
          <a:p>
            <a:r>
              <a:rPr lang="de-DE" dirty="0"/>
              <a:t>e.g. Germany vs. France -&gt; </a:t>
            </a:r>
            <a:r>
              <a:rPr lang="de-DE" dirty="0" err="1"/>
              <a:t>compare</a:t>
            </a:r>
            <a:r>
              <a:rPr lang="de-DE" dirty="0"/>
              <a:t> </a:t>
            </a:r>
            <a:r>
              <a:rPr lang="de-DE" dirty="0" err="1"/>
              <a:t>daily</a:t>
            </a:r>
            <a:r>
              <a:rPr lang="de-DE" dirty="0"/>
              <a:t> </a:t>
            </a:r>
            <a:r>
              <a:rPr lang="de-DE" dirty="0" err="1"/>
              <a:t>average</a:t>
            </a:r>
            <a:r>
              <a:rPr lang="de-DE" dirty="0"/>
              <a:t> </a:t>
            </a:r>
            <a:r>
              <a:rPr lang="de-DE" dirty="0" err="1"/>
              <a:t>concentrations</a:t>
            </a:r>
            <a:r>
              <a:rPr lang="de-DE" dirty="0"/>
              <a:t> </a:t>
            </a:r>
            <a:r>
              <a:rPr lang="de-DE" dirty="0" err="1"/>
              <a:t>of</a:t>
            </a:r>
            <a:r>
              <a:rPr lang="de-DE" dirty="0"/>
              <a:t> PM2.5, PM10 and NO2 </a:t>
            </a:r>
            <a:endParaRPr lang="de-DE" baseline="-25000" dirty="0"/>
          </a:p>
        </p:txBody>
      </p:sp>
      <p:pic>
        <p:nvPicPr>
          <p:cNvPr id="7" name="Grafik 6" descr="Ein Bild, das Text, Schrift, Screenshot, Zahl enthält.&#10;&#10;KI-generierte Inhalte können fehlerhaft sein.">
            <a:extLst>
              <a:ext uri="{FF2B5EF4-FFF2-40B4-BE49-F238E27FC236}">
                <a16:creationId xmlns:a16="http://schemas.microsoft.com/office/drawing/2014/main" id="{D4B13910-36BA-7299-66FD-9969D6C671C4}"/>
              </a:ext>
            </a:extLst>
          </p:cNvPr>
          <p:cNvPicPr>
            <a:picLocks noChangeAspect="1"/>
          </p:cNvPicPr>
          <p:nvPr/>
        </p:nvPicPr>
        <p:blipFill>
          <a:blip r:embed="rId4"/>
          <a:stretch>
            <a:fillRect/>
          </a:stretch>
        </p:blipFill>
        <p:spPr>
          <a:xfrm>
            <a:off x="1300691" y="3340099"/>
            <a:ext cx="1970617" cy="897467"/>
          </a:xfrm>
          <a:prstGeom prst="rect">
            <a:avLst/>
          </a:prstGeom>
        </p:spPr>
      </p:pic>
      <p:pic>
        <p:nvPicPr>
          <p:cNvPr id="8" name="Grafik 7" descr="Ein Bild, das Text, Schrift, Screenshot, Design enthält.&#10;&#10;KI-generierte Inhalte können fehlerhaft sein.">
            <a:extLst>
              <a:ext uri="{FF2B5EF4-FFF2-40B4-BE49-F238E27FC236}">
                <a16:creationId xmlns:a16="http://schemas.microsoft.com/office/drawing/2014/main" id="{2DEB00A4-F9C3-E9A6-2293-F993F35F5E48}"/>
              </a:ext>
            </a:extLst>
          </p:cNvPr>
          <p:cNvPicPr>
            <a:picLocks noChangeAspect="1"/>
          </p:cNvPicPr>
          <p:nvPr/>
        </p:nvPicPr>
        <p:blipFill>
          <a:blip r:embed="rId5"/>
          <a:stretch>
            <a:fillRect/>
          </a:stretch>
        </p:blipFill>
        <p:spPr>
          <a:xfrm>
            <a:off x="1081088" y="4568824"/>
            <a:ext cx="2409825" cy="1466850"/>
          </a:xfrm>
          <a:prstGeom prst="rect">
            <a:avLst/>
          </a:prstGeom>
        </p:spPr>
      </p:pic>
      <p:pic>
        <p:nvPicPr>
          <p:cNvPr id="11" name="Grafik 10" descr="Ein Bild, das Text, Schrift, Screenshot, Typografie enthält.&#10;&#10;KI-generierte Inhalte können fehlerhaft sein.">
            <a:extLst>
              <a:ext uri="{FF2B5EF4-FFF2-40B4-BE49-F238E27FC236}">
                <a16:creationId xmlns:a16="http://schemas.microsoft.com/office/drawing/2014/main" id="{4AB8BEC9-CCE2-E29D-37E8-31393F3ED072}"/>
              </a:ext>
            </a:extLst>
          </p:cNvPr>
          <p:cNvPicPr>
            <a:picLocks noChangeAspect="1"/>
          </p:cNvPicPr>
          <p:nvPr/>
        </p:nvPicPr>
        <p:blipFill>
          <a:blip r:embed="rId6"/>
          <a:stretch>
            <a:fillRect/>
          </a:stretch>
        </p:blipFill>
        <p:spPr>
          <a:xfrm>
            <a:off x="5235575" y="3567113"/>
            <a:ext cx="2228850" cy="2009775"/>
          </a:xfrm>
          <a:prstGeom prst="rect">
            <a:avLst/>
          </a:prstGeom>
        </p:spPr>
      </p:pic>
    </p:spTree>
    <p:extLst>
      <p:ext uri="{BB962C8B-B14F-4D97-AF65-F5344CB8AC3E}">
        <p14:creationId xmlns:p14="http://schemas.microsoft.com/office/powerpoint/2010/main" val="421259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0BB17-AE89-2A2E-46D9-411A2BA65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2C41A8-4A1A-0C10-9C2D-192ECF84010B}"/>
              </a:ext>
            </a:extLst>
          </p:cNvPr>
          <p:cNvSpPr>
            <a:spLocks noGrp="1"/>
          </p:cNvSpPr>
          <p:nvPr>
            <p:ph type="title"/>
          </p:nvPr>
        </p:nvSpPr>
        <p:spPr>
          <a:xfrm>
            <a:off x="914399" y="365125"/>
            <a:ext cx="10505662" cy="1646555"/>
          </a:xfrm>
        </p:spPr>
        <p:txBody>
          <a:bodyPr/>
          <a:lstStyle/>
          <a:p>
            <a:r>
              <a:rPr lang="en-US" dirty="0"/>
              <a:t>Air Pollution</a:t>
            </a:r>
            <a:r>
              <a:rPr lang="en-US" sz="3200" dirty="0"/>
              <a:t> – </a:t>
            </a:r>
            <a:r>
              <a:rPr lang="de-DE" dirty="0" err="1"/>
              <a:t>Upcoming</a:t>
            </a:r>
            <a:r>
              <a:rPr lang="de-DE" dirty="0"/>
              <a:t> </a:t>
            </a:r>
            <a:r>
              <a:rPr lang="de-DE" dirty="0" err="1"/>
              <a:t>steps</a:t>
            </a:r>
            <a:endParaRPr lang="en-US" sz="3200" dirty="0"/>
          </a:p>
        </p:txBody>
      </p:sp>
      <p:sp>
        <p:nvSpPr>
          <p:cNvPr id="4" name="Slide Number Placeholder 3">
            <a:extLst>
              <a:ext uri="{FF2B5EF4-FFF2-40B4-BE49-F238E27FC236}">
                <a16:creationId xmlns:a16="http://schemas.microsoft.com/office/drawing/2014/main" id="{E901DA36-2467-0552-0B99-86A75E0E86AA}"/>
              </a:ext>
            </a:extLst>
          </p:cNvPr>
          <p:cNvSpPr>
            <a:spLocks noGrp="1"/>
          </p:cNvSpPr>
          <p:nvPr>
            <p:ph type="sldNum" sz="quarter" idx="4"/>
          </p:nvPr>
        </p:nvSpPr>
        <p:spPr/>
        <p:txBody>
          <a:bodyPr/>
          <a:lstStyle/>
          <a:p>
            <a:fld id="{B5CEABB6-07DC-46E8-9B57-56EC44A396E5}" type="slidenum">
              <a:rPr lang="en-US" smtClean="0"/>
              <a:pPr/>
              <a:t>12</a:t>
            </a:fld>
            <a:endParaRPr lang="en-US" dirty="0"/>
          </a:p>
        </p:txBody>
      </p:sp>
      <p:sp>
        <p:nvSpPr>
          <p:cNvPr id="5" name="Inhaltsplatzhalter 4">
            <a:extLst>
              <a:ext uri="{FF2B5EF4-FFF2-40B4-BE49-F238E27FC236}">
                <a16:creationId xmlns:a16="http://schemas.microsoft.com/office/drawing/2014/main" id="{1A8A3AFF-2E88-A66B-4792-10592C91D603}"/>
              </a:ext>
            </a:extLst>
          </p:cNvPr>
          <p:cNvSpPr>
            <a:spLocks noGrp="1"/>
          </p:cNvSpPr>
          <p:nvPr>
            <p:ph sz="quarter" idx="10"/>
          </p:nvPr>
        </p:nvSpPr>
        <p:spPr/>
        <p:txBody>
          <a:bodyPr/>
          <a:lstStyle/>
          <a:p>
            <a:r>
              <a:rPr lang="en-US" dirty="0"/>
              <a:t>CSV files with the relevant data for research questions 1 to 5 are already complete </a:t>
            </a:r>
            <a:br>
              <a:rPr lang="en-US" dirty="0"/>
            </a:br>
            <a:endParaRPr lang="en-US" dirty="0"/>
          </a:p>
          <a:p>
            <a:r>
              <a:rPr lang="en-US" dirty="0"/>
              <a:t>CSV files for questions 6 to 8 are also partially complete, and the rest should be available by the end of the week at the latest</a:t>
            </a:r>
            <a:br>
              <a:rPr lang="en-US" dirty="0"/>
            </a:br>
            <a:endParaRPr lang="en-US" dirty="0"/>
          </a:p>
          <a:p>
            <a:r>
              <a:rPr lang="en-US" dirty="0"/>
              <a:t>Once everything is available, we can start working on presenting the CSV data in the form of graphics for better visualization. However, we first need to look at how to implement the dynamic display</a:t>
            </a:r>
          </a:p>
          <a:p>
            <a:endParaRPr lang="en-US" dirty="0"/>
          </a:p>
          <a:p>
            <a:endParaRPr lang="de-DE" dirty="0"/>
          </a:p>
        </p:txBody>
      </p:sp>
    </p:spTree>
    <p:extLst>
      <p:ext uri="{BB962C8B-B14F-4D97-AF65-F5344CB8AC3E}">
        <p14:creationId xmlns:p14="http://schemas.microsoft.com/office/powerpoint/2010/main" val="8366217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F2D26-E0CC-D3F8-2F90-2DD9D260CB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4F2DDA-6ABA-4FCD-2F59-91B0253CA16B}"/>
              </a:ext>
            </a:extLst>
          </p:cNvPr>
          <p:cNvSpPr>
            <a:spLocks noGrp="1"/>
          </p:cNvSpPr>
          <p:nvPr>
            <p:ph type="title"/>
          </p:nvPr>
        </p:nvSpPr>
        <p:spPr>
          <a:xfrm>
            <a:off x="914399" y="365125"/>
            <a:ext cx="8458201" cy="1646555"/>
          </a:xfrm>
        </p:spPr>
        <p:txBody>
          <a:bodyPr/>
          <a:lstStyle/>
          <a:p>
            <a:r>
              <a:rPr lang="en-US" dirty="0"/>
              <a:t>Air Pollution</a:t>
            </a:r>
            <a:r>
              <a:rPr lang="en-US" sz="3200" dirty="0"/>
              <a:t> – Challenges</a:t>
            </a:r>
          </a:p>
        </p:txBody>
      </p:sp>
      <p:sp>
        <p:nvSpPr>
          <p:cNvPr id="4" name="Slide Number Placeholder 3">
            <a:extLst>
              <a:ext uri="{FF2B5EF4-FFF2-40B4-BE49-F238E27FC236}">
                <a16:creationId xmlns:a16="http://schemas.microsoft.com/office/drawing/2014/main" id="{D13B2B89-1D29-99F9-1482-6A9FA7915706}"/>
              </a:ext>
            </a:extLst>
          </p:cNvPr>
          <p:cNvSpPr>
            <a:spLocks noGrp="1"/>
          </p:cNvSpPr>
          <p:nvPr>
            <p:ph type="sldNum" sz="quarter" idx="4"/>
          </p:nvPr>
        </p:nvSpPr>
        <p:spPr/>
        <p:txBody>
          <a:bodyPr/>
          <a:lstStyle/>
          <a:p>
            <a:fld id="{B5CEABB6-07DC-46E8-9B57-56EC44A396E5}" type="slidenum">
              <a:rPr lang="en-US" smtClean="0"/>
              <a:pPr/>
              <a:t>13</a:t>
            </a:fld>
            <a:endParaRPr lang="en-US" dirty="0"/>
          </a:p>
        </p:txBody>
      </p:sp>
      <p:sp>
        <p:nvSpPr>
          <p:cNvPr id="6" name="Content Placeholder 5">
            <a:extLst>
              <a:ext uri="{FF2B5EF4-FFF2-40B4-BE49-F238E27FC236}">
                <a16:creationId xmlns:a16="http://schemas.microsoft.com/office/drawing/2014/main" id="{A3698340-C24A-E811-4C27-2815D6736E7B}"/>
              </a:ext>
            </a:extLst>
          </p:cNvPr>
          <p:cNvSpPr>
            <a:spLocks noGrp="1"/>
          </p:cNvSpPr>
          <p:nvPr>
            <p:ph sz="quarter" idx="10"/>
          </p:nvPr>
        </p:nvSpPr>
        <p:spPr>
          <a:xfrm>
            <a:off x="914398" y="2011363"/>
            <a:ext cx="7849457" cy="4155757"/>
          </a:xfrm>
        </p:spPr>
        <p:txBody>
          <a:bodyPr>
            <a:normAutofit/>
          </a:bodyPr>
          <a:lstStyle/>
          <a:p>
            <a:pPr marL="0" lvl="0" indent="0">
              <a:buNone/>
            </a:pPr>
            <a:r>
              <a:rPr lang="de-DE" dirty="0"/>
              <a:t>• </a:t>
            </a:r>
            <a:r>
              <a:rPr lang="en-US" dirty="0"/>
              <a:t>with some APIs, you can only make a limited number of requests</a:t>
            </a:r>
            <a:endParaRPr lang="en-DE" sz="1600" dirty="0"/>
          </a:p>
        </p:txBody>
      </p:sp>
    </p:spTree>
    <p:extLst>
      <p:ext uri="{BB962C8B-B14F-4D97-AF65-F5344CB8AC3E}">
        <p14:creationId xmlns:p14="http://schemas.microsoft.com/office/powerpoint/2010/main" val="2307799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77B52831-0916-294C-0ACB-9774B9805D9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l="4151" r="18577"/>
          <a:stretch/>
        </p:blipFill>
        <p:spPr>
          <a:xfrm flipH="1">
            <a:off x="0" y="0"/>
            <a:ext cx="5181600" cy="6858000"/>
          </a:xfrm>
          <a:prstGeom prst="rect">
            <a:avLst/>
          </a:prstGeom>
        </p:spPr>
      </p:pic>
      <p:sp>
        <p:nvSpPr>
          <p:cNvPr id="7" name="Title 6">
            <a:extLst>
              <a:ext uri="{FF2B5EF4-FFF2-40B4-BE49-F238E27FC236}">
                <a16:creationId xmlns:a16="http://schemas.microsoft.com/office/drawing/2014/main" id="{E82E216E-9EE0-9D3F-D692-083F575A3D04}"/>
              </a:ext>
            </a:extLst>
          </p:cNvPr>
          <p:cNvSpPr>
            <a:spLocks noGrp="1"/>
          </p:cNvSpPr>
          <p:nvPr>
            <p:ph type="title"/>
          </p:nvPr>
        </p:nvSpPr>
        <p:spPr>
          <a:xfrm>
            <a:off x="6091515" y="374090"/>
            <a:ext cx="5057104" cy="3624984"/>
          </a:xfrm>
        </p:spPr>
        <p:txBody>
          <a:bodyPr/>
          <a:lstStyle/>
          <a:p>
            <a:r>
              <a:rPr lang="en-US" dirty="0"/>
              <a:t>Thank you</a:t>
            </a:r>
          </a:p>
        </p:txBody>
      </p:sp>
    </p:spTree>
    <p:extLst>
      <p:ext uri="{BB962C8B-B14F-4D97-AF65-F5344CB8AC3E}">
        <p14:creationId xmlns:p14="http://schemas.microsoft.com/office/powerpoint/2010/main" val="76993264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22318419_win32_SL_V9" id="{8502042B-488E-4F33-AD20-77B40A1BC1AA}" vid="{A90C26AF-23CA-48C5-BFF9-84DC7B1C91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B7B39BD0-040C-43BE-B0E4-512B09E8003F}">
  <ds:schemaRefs>
    <ds:schemaRef ds:uri="http://schemas.microsoft.com/sharepoint/v3/contenttype/forms"/>
  </ds:schemaRefs>
</ds:datastoreItem>
</file>

<file path=customXml/itemProps2.xml><?xml version="1.0" encoding="utf-8"?>
<ds:datastoreItem xmlns:ds="http://schemas.openxmlformats.org/officeDocument/2006/customXml" ds:itemID="{622457D9-12AC-4794-A05E-F1B90FCD8D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B045227-5724-4DBF-9712-031B1BFB2C3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sales pitch</Template>
  <TotalTime>0</TotalTime>
  <Words>452</Words>
  <Application>Microsoft Office PowerPoint</Application>
  <PresentationFormat>Breitbild</PresentationFormat>
  <Paragraphs>65</Paragraphs>
  <Slides>14</Slides>
  <Notes>14</Notes>
  <HiddenSlides>0</HiddenSlides>
  <MMClips>0</MMClips>
  <ScaleCrop>false</ScaleCrop>
  <HeadingPairs>
    <vt:vector size="4" baseType="variant">
      <vt:variant>
        <vt:lpstr>Design</vt:lpstr>
      </vt:variant>
      <vt:variant>
        <vt:i4>1</vt:i4>
      </vt:variant>
      <vt:variant>
        <vt:lpstr>Folientitel</vt:lpstr>
      </vt:variant>
      <vt:variant>
        <vt:i4>14</vt:i4>
      </vt:variant>
    </vt:vector>
  </HeadingPairs>
  <TitlesOfParts>
    <vt:vector size="15" baseType="lpstr">
      <vt:lpstr>Custom</vt:lpstr>
      <vt:lpstr>Data-Science-Project</vt:lpstr>
      <vt:lpstr>TOpics</vt:lpstr>
      <vt:lpstr>Air pollution</vt:lpstr>
      <vt:lpstr>Air Pollution – research Questions </vt:lpstr>
      <vt:lpstr>Air Pollution – Research QUestions </vt:lpstr>
      <vt:lpstr>Air pollution – our Apis </vt:lpstr>
      <vt:lpstr>Air pollution - achievements</vt:lpstr>
      <vt:lpstr>Air pollution – Monthly Average Germany</vt:lpstr>
      <vt:lpstr>Air Pollution – Api Output Summer Holiday</vt:lpstr>
      <vt:lpstr>Air Pollution – Weather API</vt:lpstr>
      <vt:lpstr>Air Pollution – comparison to other countries</vt:lpstr>
      <vt:lpstr>Air Pollution – Upcoming steps</vt:lpstr>
      <vt:lpstr>Air Pollution – Challenges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 F</dc:creator>
  <cp:lastModifiedBy>F F</cp:lastModifiedBy>
  <cp:revision>113</cp:revision>
  <dcterms:created xsi:type="dcterms:W3CDTF">2026-02-26T09:58:22Z</dcterms:created>
  <dcterms:modified xsi:type="dcterms:W3CDTF">2026-03-04T21:45:44Z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