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6"/>
  </p:notesMasterIdLst>
  <p:handoutMasterIdLst>
    <p:handoutMasterId r:id="rId17"/>
  </p:handoutMasterIdLst>
  <p:sldIdLst>
    <p:sldId id="314" r:id="rId5"/>
    <p:sldId id="315" r:id="rId6"/>
    <p:sldId id="316" r:id="rId7"/>
    <p:sldId id="318" r:id="rId8"/>
    <p:sldId id="327" r:id="rId9"/>
    <p:sldId id="329" r:id="rId10"/>
    <p:sldId id="332" r:id="rId11"/>
    <p:sldId id="333" r:id="rId12"/>
    <p:sldId id="328" r:id="rId13"/>
    <p:sldId id="330" r:id="rId14"/>
    <p:sldId id="30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598" autoAdjust="0"/>
  </p:normalViewPr>
  <p:slideViewPr>
    <p:cSldViewPr snapToGrid="0">
      <p:cViewPr varScale="1">
        <p:scale>
          <a:sx n="93" d="100"/>
          <a:sy n="93" d="100"/>
        </p:scale>
        <p:origin x="864" y="306"/>
      </p:cViewPr>
      <p:guideLst>
        <p:guide orient="horz" pos="3360"/>
        <p:guide pos="3840"/>
      </p:guideLst>
    </p:cSldViewPr>
  </p:slideViewPr>
  <p:outlineViewPr>
    <p:cViewPr>
      <p:scale>
        <a:sx n="33" d="100"/>
        <a:sy n="33" d="100"/>
      </p:scale>
      <p:origin x="0" y="-126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80" y="55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3/4/2026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91378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89693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8550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124206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2CD595-821D-0813-DDF7-0395707B08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4B29E2D-AF4D-D00D-8202-04DDC69AC1A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723D65-D16B-BA4E-779B-95C365E86F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234C79-741B-14FB-5000-8DBA404557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5704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E2A783-9D19-3F08-871A-4A4D48A66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7EB76CA-868C-E62B-53C6-B8E0493B4C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DB10DE-D568-FCD1-6440-9CEC686A2B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133699-237B-62EC-2BD0-AFA0A8B83E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29969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4B6C0-85AE-4E26-BA8E-CA97DF3BF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D56310-03C1-FD4F-537B-23B2EE5B44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3E89D0-D684-2B6B-1C24-B3FFBE6D66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F8EDEB-877F-A9DD-318D-9B23C70D38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23838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554999-4578-D4CE-9476-CAB079937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A1CDCD-6B4D-034D-6447-4F63CC102E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1B6255-B476-6E1E-2EE9-303379717A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CB1B28-8496-84D1-C102-2BB00D0497D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28195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6082E-E693-22FE-0A27-21BD7BBCC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76946A-FDA7-E73C-9F1C-2EA6BE2300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555739-8781-ABB0-FC8F-B32CDF4499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4691E-A526-4780-0C59-D80DD07C49C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93241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786B8-0DCA-11D2-9D91-57A8FB6257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564298-20AF-F476-0D7D-BD9876F02C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D76761D-6D5C-5DB1-1D20-18409B246C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251C29-EB3A-A85E-13E3-34AE14544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03985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B9A9E5-4F7F-4A7D-9DE1-899232329269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99665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15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874996-9779-1D0F-B5C6-7FE85FFF1E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0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6B97173-A601-1D66-1651-4FE0D76A0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454" t="1728"/>
          <a:stretch/>
        </p:blipFill>
        <p:spPr>
          <a:xfrm>
            <a:off x="-1" y="0"/>
            <a:ext cx="8264995" cy="5320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847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0DFB311A-EAAD-7656-C753-E8C739948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4533" t="18691" r="1" b="-131"/>
          <a:stretch/>
        </p:blipFill>
        <p:spPr>
          <a:xfrm rot="5400000">
            <a:off x="7851419" y="-1244552"/>
            <a:ext cx="3096029" cy="5585137"/>
          </a:xfrm>
          <a:custGeom>
            <a:avLst/>
            <a:gdLst>
              <a:gd name="connsiteX0" fmla="*/ 0 w 1756624"/>
              <a:gd name="connsiteY0" fmla="*/ 0 h 6858000"/>
              <a:gd name="connsiteX1" fmla="*/ 1756624 w 1756624"/>
              <a:gd name="connsiteY1" fmla="*/ 0 h 6858000"/>
              <a:gd name="connsiteX2" fmla="*/ 1756624 w 1756624"/>
              <a:gd name="connsiteY2" fmla="*/ 6858000 h 6858000"/>
              <a:gd name="connsiteX3" fmla="*/ 0 w 1756624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56624" h="6858000">
                <a:moveTo>
                  <a:pt x="0" y="0"/>
                </a:moveTo>
                <a:lnTo>
                  <a:pt x="1756624" y="0"/>
                </a:lnTo>
                <a:lnTo>
                  <a:pt x="17566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1612F0DE-D367-10BB-1F71-60AA6527CA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4151" r="18577"/>
          <a:stretch/>
        </p:blipFill>
        <p:spPr>
          <a:xfrm>
            <a:off x="7010400" y="0"/>
            <a:ext cx="51816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4F5799-FC34-2F2D-D11E-9B472CAF06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315533"/>
            <a:ext cx="5181600" cy="237686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2575025C-084B-CD7A-F546-0E13BA13CFEF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400" y="2844800"/>
            <a:ext cx="5181600" cy="31289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buNone/>
              <a:defRPr sz="2000"/>
            </a:lvl1pPr>
            <a:lvl2pPr>
              <a:lnSpc>
                <a:spcPct val="120000"/>
              </a:lnSpc>
              <a:defRPr sz="1800"/>
            </a:lvl2pPr>
            <a:lvl3pPr>
              <a:lnSpc>
                <a:spcPct val="120000"/>
              </a:lnSpc>
              <a:defRPr sz="1600"/>
            </a:lvl3pPr>
            <a:lvl4pPr>
              <a:lnSpc>
                <a:spcPct val="120000"/>
              </a:lnSpc>
              <a:defRPr sz="1400"/>
            </a:lvl4pPr>
            <a:lvl5pPr>
              <a:lnSpc>
                <a:spcPct val="120000"/>
              </a:lnSpc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750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B5DE041D-A3BF-94FF-029C-719D4DADA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3300" t="13815"/>
          <a:stretch/>
        </p:blipFill>
        <p:spPr>
          <a:xfrm>
            <a:off x="0" y="-1"/>
            <a:ext cx="4239206" cy="377619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E605D-0584-F71C-A97D-B672F13E39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400" y="2580640"/>
            <a:ext cx="5181600" cy="3368819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9AF635C-89E6-F6EF-FA6A-417A9A84BF4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85840" y="-10159"/>
            <a:ext cx="6116320" cy="6868160"/>
          </a:xfrm>
          <a:custGeom>
            <a:avLst/>
            <a:gdLst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0 w 6116320"/>
              <a:gd name="connsiteY3" fmla="*/ 6880225 h 6880225"/>
              <a:gd name="connsiteX4" fmla="*/ 0 w 6116320"/>
              <a:gd name="connsiteY4" fmla="*/ 0 h 6880225"/>
              <a:gd name="connsiteX0" fmla="*/ 0 w 6116320"/>
              <a:gd name="connsiteY0" fmla="*/ 0 h 6880225"/>
              <a:gd name="connsiteX1" fmla="*/ 6116320 w 6116320"/>
              <a:gd name="connsiteY1" fmla="*/ 0 h 6880225"/>
              <a:gd name="connsiteX2" fmla="*/ 6116320 w 6116320"/>
              <a:gd name="connsiteY2" fmla="*/ 6880225 h 6880225"/>
              <a:gd name="connsiteX3" fmla="*/ 2052320 w 6116320"/>
              <a:gd name="connsiteY3" fmla="*/ 6880225 h 6880225"/>
              <a:gd name="connsiteX4" fmla="*/ 0 w 6116320"/>
              <a:gd name="connsiteY4" fmla="*/ 0 h 6880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116320" h="6880225">
                <a:moveTo>
                  <a:pt x="0" y="0"/>
                </a:moveTo>
                <a:lnTo>
                  <a:pt x="6116320" y="0"/>
                </a:lnTo>
                <a:lnTo>
                  <a:pt x="6116320" y="6880225"/>
                </a:lnTo>
                <a:lnTo>
                  <a:pt x="2052320" y="6880225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7367892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2B74EE53-DB22-C27E-074F-A7129585FE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5158" t="-5374" b="78533"/>
          <a:stretch/>
        </p:blipFill>
        <p:spPr>
          <a:xfrm rot="10800000">
            <a:off x="6324600" y="0"/>
            <a:ext cx="5867400" cy="164732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8AEF0C-FA4B-8C23-0132-5529EC244F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0" y="1310639"/>
            <a:ext cx="4805997" cy="2689629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B3DD4867-9B0B-647C-1F78-5E50BF30F08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1016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405384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405384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FF4D65D-965A-5E86-4D91-C72D1D03A8B9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126163" y="4172990"/>
            <a:ext cx="4805997" cy="2389736"/>
          </a:xfrm>
        </p:spPr>
        <p:txBody>
          <a:bodyPr>
            <a:normAutofit/>
          </a:bodyPr>
          <a:lstStyle>
            <a:lvl1pPr marL="0" indent="0">
              <a:buFont typeface="Arial" panose="020B0604020202020204" pitchFamily="34" charset="0"/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63656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04C9F686-E069-3B60-9625-01EE6A41D7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5239"/>
          <a:stretch/>
        </p:blipFill>
        <p:spPr>
          <a:xfrm flipH="1">
            <a:off x="9135414" y="0"/>
            <a:ext cx="3056586" cy="6858000"/>
          </a:xfrm>
          <a:custGeom>
            <a:avLst/>
            <a:gdLst>
              <a:gd name="connsiteX0" fmla="*/ 4284372 w 4284372"/>
              <a:gd name="connsiteY0" fmla="*/ 0 h 6858000"/>
              <a:gd name="connsiteX1" fmla="*/ 0 w 4284372"/>
              <a:gd name="connsiteY1" fmla="*/ 0 h 6858000"/>
              <a:gd name="connsiteX2" fmla="*/ 0 w 4284372"/>
              <a:gd name="connsiteY2" fmla="*/ 6858000 h 6858000"/>
              <a:gd name="connsiteX3" fmla="*/ 4284372 w 4284372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284372" h="6858000">
                <a:moveTo>
                  <a:pt x="4284372" y="0"/>
                </a:moveTo>
                <a:lnTo>
                  <a:pt x="0" y="0"/>
                </a:lnTo>
                <a:lnTo>
                  <a:pt x="0" y="6858000"/>
                </a:lnTo>
                <a:lnTo>
                  <a:pt x="4284372" y="6858000"/>
                </a:lnTo>
                <a:close/>
              </a:path>
            </a:pathLst>
          </a:cu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6D7227F9-50F9-820B-69B7-924C02120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2330"/>
          <a:stretch/>
        </p:blipFill>
        <p:spPr>
          <a:xfrm>
            <a:off x="7810500" y="3025140"/>
            <a:ext cx="4381500" cy="38328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48D1E69-316E-A8E1-7ADA-040A0E4907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1069CA0-E0AB-99C6-10DB-13AAC019DD7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11363"/>
            <a:ext cx="7273638" cy="4155757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52138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left Image 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4589277D-BC14-E7E0-5822-5575F563E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039100" y="228600"/>
            <a:ext cx="4381500" cy="3924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DB1BDE-C8F3-ACC0-740B-CBD8128777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375285"/>
            <a:ext cx="4896678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128597A3-47D0-F393-55D9-07FFD951F39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0 w 6096000"/>
              <a:gd name="connsiteY3" fmla="*/ 6858000 h 6858000"/>
              <a:gd name="connsiteX4" fmla="*/ 0 w 6096000"/>
              <a:gd name="connsiteY4" fmla="*/ 0 h 6858000"/>
              <a:gd name="connsiteX0" fmla="*/ 586 w 6096586"/>
              <a:gd name="connsiteY0" fmla="*/ 0 h 6858000"/>
              <a:gd name="connsiteX1" fmla="*/ 4054426 w 6096586"/>
              <a:gd name="connsiteY1" fmla="*/ 0 h 6858000"/>
              <a:gd name="connsiteX2" fmla="*/ 6096586 w 6096586"/>
              <a:gd name="connsiteY2" fmla="*/ 6858000 h 6858000"/>
              <a:gd name="connsiteX3" fmla="*/ 586 w 6096586"/>
              <a:gd name="connsiteY3" fmla="*/ 6858000 h 6858000"/>
              <a:gd name="connsiteX4" fmla="*/ 586 w 6096586"/>
              <a:gd name="connsiteY4" fmla="*/ 3669792 h 6858000"/>
              <a:gd name="connsiteX5" fmla="*/ 586 w 6096586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  <a:gd name="connsiteX0" fmla="*/ 0 w 6096000"/>
              <a:gd name="connsiteY0" fmla="*/ 0 h 6858000"/>
              <a:gd name="connsiteX1" fmla="*/ 4053840 w 6096000"/>
              <a:gd name="connsiteY1" fmla="*/ 0 h 6858000"/>
              <a:gd name="connsiteX2" fmla="*/ 6096000 w 6096000"/>
              <a:gd name="connsiteY2" fmla="*/ 6858000 h 6858000"/>
              <a:gd name="connsiteX3" fmla="*/ 950976 w 6096000"/>
              <a:gd name="connsiteY3" fmla="*/ 6858000 h 6858000"/>
              <a:gd name="connsiteX4" fmla="*/ 0 w 6096000"/>
              <a:gd name="connsiteY4" fmla="*/ 3669792 h 6858000"/>
              <a:gd name="connsiteX5" fmla="*/ 0 w 6096000"/>
              <a:gd name="connsiteY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4053840" y="0"/>
                </a:lnTo>
                <a:lnTo>
                  <a:pt x="6096000" y="6858000"/>
                </a:lnTo>
                <a:lnTo>
                  <a:pt x="950976" y="6858000"/>
                </a:lnTo>
                <a:lnTo>
                  <a:pt x="0" y="3669792"/>
                </a:lnTo>
                <a:lnTo>
                  <a:pt x="0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9" name="Content Placeholder 10">
            <a:extLst>
              <a:ext uri="{FF2B5EF4-FFF2-40B4-BE49-F238E27FC236}">
                <a16:creationId xmlns:a16="http://schemas.microsoft.com/office/drawing/2014/main" id="{4BF260CE-C6E3-AE7A-DB8E-A72A1CF5B54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6096000" y="4172990"/>
            <a:ext cx="4896677" cy="2309726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bg1"/>
                </a:solidFill>
              </a:defRPr>
            </a:lvl1pPr>
            <a:lvl2pPr marL="7429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800">
                <a:solidFill>
                  <a:schemeClr val="bg1"/>
                </a:solidFill>
              </a:defRPr>
            </a:lvl2pPr>
            <a:lvl3pPr marL="12001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600">
                <a:solidFill>
                  <a:schemeClr val="bg1"/>
                </a:solidFill>
              </a:defRPr>
            </a:lvl3pPr>
            <a:lvl4pPr marL="16573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4pPr>
            <a:lvl5pPr marL="2114550" indent="-285750">
              <a:spcBef>
                <a:spcPts val="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891114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6E20435-B9A5-359D-133D-5D3EED409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55" t="41988" r="53993" b="33420"/>
          <a:stretch/>
        </p:blipFill>
        <p:spPr>
          <a:xfrm rot="10800000">
            <a:off x="9198864" y="-5"/>
            <a:ext cx="2993136" cy="1517907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7B99CAE4-AA9B-52BA-7DE8-8245CE705D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5445" t="24819" r="46503"/>
          <a:stretch/>
        </p:blipFill>
        <p:spPr>
          <a:xfrm rot="16200000">
            <a:off x="961221" y="4525179"/>
            <a:ext cx="1371600" cy="3294042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28DFE681-710B-6FE5-B8E0-3BC9DB9F12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1" cy="1629601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FE383D3-6A16-1891-FF52-470B26B94042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74B5EB04-CA6E-7417-56DF-A55B21E94B7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6284891" y="2022250"/>
            <a:ext cx="499270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77926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A783FA55-EF1D-66CF-8FD5-29086D71E6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981" t="40714" r="61027" b="44471"/>
          <a:stretch/>
        </p:blipFill>
        <p:spPr>
          <a:xfrm rot="10800000" flipV="1">
            <a:off x="-26830" y="5950040"/>
            <a:ext cx="2513521" cy="9144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42CEFED-8DE0-0155-A5B6-A44051A6D0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57FC493E-284F-ADBA-D92D-883CAB13AD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8" y="365125"/>
            <a:ext cx="10439401" cy="161701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B8B2035-4AA9-D25E-9F15-3ED36F734D1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31012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>
              <a:spcBef>
                <a:spcPts val="0"/>
              </a:spcBef>
              <a:spcAft>
                <a:spcPts val="1200"/>
              </a:spcAft>
              <a:defRPr sz="1800" b="1"/>
            </a:lvl2pPr>
            <a:lvl3pPr>
              <a:spcBef>
                <a:spcPts val="0"/>
              </a:spcBef>
              <a:spcAft>
                <a:spcPts val="1200"/>
              </a:spcAft>
              <a:defRPr sz="1600" b="1"/>
            </a:lvl3pPr>
            <a:lvl4pPr>
              <a:spcBef>
                <a:spcPts val="0"/>
              </a:spcBef>
              <a:spcAft>
                <a:spcPts val="1200"/>
              </a:spcAft>
              <a:defRPr sz="1400" b="1"/>
            </a:lvl4pPr>
            <a:lvl5pPr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6A694422-6B3E-3D80-AC41-FD1CED52ACAB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4602310" y="2018120"/>
            <a:ext cx="6751489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/>
            </a:lvl1pPr>
            <a:lvl2pPr>
              <a:spcBef>
                <a:spcPts val="0"/>
              </a:spcBef>
              <a:spcAft>
                <a:spcPts val="1200"/>
              </a:spcAft>
              <a:defRPr sz="1800"/>
            </a:lvl2pPr>
            <a:lvl3pPr>
              <a:spcBef>
                <a:spcPts val="0"/>
              </a:spcBef>
              <a:spcAft>
                <a:spcPts val="1200"/>
              </a:spcAft>
              <a:defRPr sz="1600"/>
            </a:lvl3pPr>
            <a:lvl4pPr>
              <a:spcBef>
                <a:spcPts val="0"/>
              </a:spcBef>
              <a:spcAft>
                <a:spcPts val="1200"/>
              </a:spcAft>
              <a:defRPr sz="1400"/>
            </a:lvl4pPr>
            <a:lvl5pPr>
              <a:spcBef>
                <a:spcPts val="0"/>
              </a:spcBef>
              <a:spcAft>
                <a:spcPts val="1200"/>
              </a:spcAft>
              <a:defRPr sz="140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28138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right Imag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48DBD2A1-633E-7A22-751B-5CEFCA93F2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67703" t="485" b="67543"/>
          <a:stretch/>
        </p:blipFill>
        <p:spPr>
          <a:xfrm rot="5400000">
            <a:off x="-115162" y="115164"/>
            <a:ext cx="1895058" cy="1664735"/>
          </a:xfrm>
          <a:prstGeom prst="rect">
            <a:avLst/>
          </a:prstGeom>
        </p:spPr>
      </p:pic>
      <p:sp>
        <p:nvSpPr>
          <p:cNvPr id="9" name="Title 8">
            <a:extLst>
              <a:ext uri="{FF2B5EF4-FFF2-40B4-BE49-F238E27FC236}">
                <a16:creationId xmlns:a16="http://schemas.microsoft.com/office/drawing/2014/main" id="{3E7BF4D0-D641-9859-157D-B9094EF3DA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6385" y="446313"/>
            <a:ext cx="5179615" cy="144874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115AE488-757F-4C5A-7733-85C1D1EA98D3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5181600" cy="374718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9DD264F-42B5-DBB0-9839-DB4C6827ED7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076950" y="0"/>
            <a:ext cx="6115050" cy="6868886"/>
          </a:xfrm>
          <a:custGeom>
            <a:avLst/>
            <a:gdLst>
              <a:gd name="connsiteX0" fmla="*/ 0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0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6858000 h 6858000"/>
              <a:gd name="connsiteX3" fmla="*/ 0 w 6115050"/>
              <a:gd name="connsiteY3" fmla="*/ 6858000 h 6858000"/>
              <a:gd name="connsiteX4" fmla="*/ 2024742 w 6115050"/>
              <a:gd name="connsiteY4" fmla="*/ 0 h 6858000"/>
              <a:gd name="connsiteX0" fmla="*/ 2024742 w 6115050"/>
              <a:gd name="connsiteY0" fmla="*/ 0 h 6858000"/>
              <a:gd name="connsiteX1" fmla="*/ 6115050 w 6115050"/>
              <a:gd name="connsiteY1" fmla="*/ 0 h 6858000"/>
              <a:gd name="connsiteX2" fmla="*/ 6115050 w 6115050"/>
              <a:gd name="connsiteY2" fmla="*/ 3603171 h 6858000"/>
              <a:gd name="connsiteX3" fmla="*/ 6115050 w 6115050"/>
              <a:gd name="connsiteY3" fmla="*/ 6858000 h 6858000"/>
              <a:gd name="connsiteX4" fmla="*/ 0 w 6115050"/>
              <a:gd name="connsiteY4" fmla="*/ 6858000 h 6858000"/>
              <a:gd name="connsiteX5" fmla="*/ 2024742 w 6115050"/>
              <a:gd name="connsiteY5" fmla="*/ 0 h 6858000"/>
              <a:gd name="connsiteX0" fmla="*/ 2024742 w 6115050"/>
              <a:gd name="connsiteY0" fmla="*/ 0 h 6868886"/>
              <a:gd name="connsiteX1" fmla="*/ 6115050 w 6115050"/>
              <a:gd name="connsiteY1" fmla="*/ 0 h 6868886"/>
              <a:gd name="connsiteX2" fmla="*/ 6115050 w 6115050"/>
              <a:gd name="connsiteY2" fmla="*/ 3603171 h 6868886"/>
              <a:gd name="connsiteX3" fmla="*/ 5157107 w 6115050"/>
              <a:gd name="connsiteY3" fmla="*/ 6868886 h 6868886"/>
              <a:gd name="connsiteX4" fmla="*/ 0 w 6115050"/>
              <a:gd name="connsiteY4" fmla="*/ 6858000 h 6868886"/>
              <a:gd name="connsiteX5" fmla="*/ 2024742 w 6115050"/>
              <a:gd name="connsiteY5" fmla="*/ 0 h 68688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115050" h="6868886">
                <a:moveTo>
                  <a:pt x="2024742" y="0"/>
                </a:moveTo>
                <a:lnTo>
                  <a:pt x="6115050" y="0"/>
                </a:lnTo>
                <a:lnTo>
                  <a:pt x="6115050" y="3603171"/>
                </a:lnTo>
                <a:lnTo>
                  <a:pt x="5157107" y="6868886"/>
                </a:lnTo>
                <a:lnTo>
                  <a:pt x="0" y="6858000"/>
                </a:lnTo>
                <a:lnTo>
                  <a:pt x="2024742" y="0"/>
                </a:lnTo>
                <a:close/>
              </a:path>
            </a:pathLst>
          </a:custGeo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008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BE5D17C7-3503-7305-8191-20863B73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55824" b="26760"/>
          <a:stretch/>
        </p:blipFill>
        <p:spPr>
          <a:xfrm>
            <a:off x="9229725" y="1835240"/>
            <a:ext cx="2962275" cy="50227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76E1AE6-3E01-1CBD-CAEC-11056D00AD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4443413" y="1835240"/>
            <a:ext cx="7000875" cy="427981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E28F03-2149-7C50-779B-6A2D8D789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60903" r="75060" b="10347"/>
          <a:stretch/>
        </p:blipFill>
        <p:spPr>
          <a:xfrm rot="16200000">
            <a:off x="149650" y="-149653"/>
            <a:ext cx="1672375" cy="197167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CA4CAE4E-4252-8471-C50B-1DD5AFBFECC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2" cy="1603462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493CE42-5465-91AC-A1F4-A4821AE37A9C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3299013" cy="391491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0"/>
            </a:lvl1pPr>
            <a:lvl2pPr>
              <a:spcBef>
                <a:spcPts val="0"/>
              </a:spcBef>
              <a:spcAft>
                <a:spcPts val="1200"/>
              </a:spcAft>
              <a:defRPr sz="1800" b="0"/>
            </a:lvl2pPr>
            <a:lvl3pPr>
              <a:spcBef>
                <a:spcPts val="0"/>
              </a:spcBef>
              <a:spcAft>
                <a:spcPts val="1200"/>
              </a:spcAft>
              <a:defRPr sz="1600" b="0"/>
            </a:lvl3pPr>
            <a:lvl4pPr>
              <a:spcBef>
                <a:spcPts val="0"/>
              </a:spcBef>
              <a:spcAft>
                <a:spcPts val="1200"/>
              </a:spcAft>
              <a:defRPr sz="1400" b="0"/>
            </a:lvl4pPr>
            <a:lvl5pPr>
              <a:spcBef>
                <a:spcPts val="0"/>
              </a:spcBef>
              <a:spcAft>
                <a:spcPts val="1200"/>
              </a:spcAft>
              <a:defRPr sz="14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156A00B1-F3E3-B7FF-58F4-61DE3EF07C07}"/>
              </a:ext>
            </a:extLst>
          </p:cNvPr>
          <p:cNvSpPr>
            <a:spLocks noGrp="1"/>
          </p:cNvSpPr>
          <p:nvPr>
            <p:ph type="tbl" sz="quarter" idx="11" hasCustomPrompt="1"/>
          </p:nvPr>
        </p:nvSpPr>
        <p:spPr>
          <a:xfrm>
            <a:off x="4602163" y="2017713"/>
            <a:ext cx="6675437" cy="3932237"/>
          </a:xfrm>
        </p:spPr>
        <p:txBody>
          <a:bodyPr>
            <a:normAutofit/>
          </a:bodyPr>
          <a:lstStyle>
            <a:lvl1pPr>
              <a:defRPr sz="2000"/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2149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13A42171-0D82-07BF-4667-498861CC2A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34408" r="46636" b="1"/>
          <a:stretch/>
        </p:blipFill>
        <p:spPr>
          <a:xfrm flipH="1" flipV="1">
            <a:off x="10506072" y="3984078"/>
            <a:ext cx="1685928" cy="2873921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13C71A0D-EE6D-54C4-71DE-04BE285580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29718" t="47145" r="39389" b="8754"/>
          <a:stretch/>
        </p:blipFill>
        <p:spPr>
          <a:xfrm rot="5400000" flipV="1">
            <a:off x="9781526" y="-311511"/>
            <a:ext cx="2098964" cy="2721985"/>
          </a:xfrm>
          <a:prstGeom prst="rect">
            <a:avLst/>
          </a:prstGeom>
        </p:spPr>
      </p:pic>
      <p:sp>
        <p:nvSpPr>
          <p:cNvPr id="10" name="Title 9">
            <a:extLst>
              <a:ext uri="{FF2B5EF4-FFF2-40B4-BE49-F238E27FC236}">
                <a16:creationId xmlns:a16="http://schemas.microsoft.com/office/drawing/2014/main" id="{3F82FA92-501B-5A05-E15F-2FB9BCEBE31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91990" y="434225"/>
            <a:ext cx="9524998" cy="1499627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B463EEE0-BE31-122C-586C-8BA8D90371E6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914399" y="2022250"/>
            <a:ext cx="6257366" cy="391491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spcAft>
                <a:spcPts val="1200"/>
              </a:spcAft>
              <a:buNone/>
              <a:defRPr sz="2000" b="0"/>
            </a:lvl1pPr>
            <a:lvl2pPr marL="228600">
              <a:spcBef>
                <a:spcPts val="0"/>
              </a:spcBef>
              <a:spcAft>
                <a:spcPts val="1200"/>
              </a:spcAft>
              <a:defRPr sz="2000" b="0"/>
            </a:lvl2pPr>
            <a:lvl3pPr marL="685800">
              <a:spcBef>
                <a:spcPts val="0"/>
              </a:spcBef>
              <a:spcAft>
                <a:spcPts val="1200"/>
              </a:spcAft>
              <a:defRPr sz="1800" b="0"/>
            </a:lvl3pPr>
            <a:lvl4pPr marL="914400">
              <a:spcBef>
                <a:spcPts val="0"/>
              </a:spcBef>
              <a:spcAft>
                <a:spcPts val="1200"/>
              </a:spcAft>
              <a:defRPr sz="1600" b="0"/>
            </a:lvl4pPr>
            <a:lvl5pPr marL="1143000">
              <a:spcBef>
                <a:spcPts val="0"/>
              </a:spcBef>
              <a:spcAft>
                <a:spcPts val="1200"/>
              </a:spcAft>
              <a:defRPr sz="1600" b="0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52C157D5-2C68-BA6A-033B-A4CC016CA68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967475" y="2018119"/>
            <a:ext cx="2449514" cy="3931919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spcAft>
                <a:spcPts val="1200"/>
              </a:spcAft>
              <a:defRPr sz="2000" b="1"/>
            </a:lvl1pPr>
            <a:lvl2pPr marL="411480">
              <a:spcBef>
                <a:spcPts val="0"/>
              </a:spcBef>
              <a:spcAft>
                <a:spcPts val="1200"/>
              </a:spcAft>
              <a:defRPr sz="1800" b="1"/>
            </a:lvl2pPr>
            <a:lvl3pPr marL="502920">
              <a:spcBef>
                <a:spcPts val="0"/>
              </a:spcBef>
              <a:spcAft>
                <a:spcPts val="1200"/>
              </a:spcAft>
              <a:defRPr sz="1600" b="1"/>
            </a:lvl3pPr>
            <a:lvl4pPr marL="594360">
              <a:spcBef>
                <a:spcPts val="0"/>
              </a:spcBef>
              <a:spcAft>
                <a:spcPts val="1200"/>
              </a:spcAft>
              <a:defRPr sz="1400" b="1"/>
            </a:lvl4pPr>
            <a:lvl5pPr marL="685800">
              <a:spcBef>
                <a:spcPts val="0"/>
              </a:spcBef>
              <a:spcAft>
                <a:spcPts val="1200"/>
              </a:spcAft>
              <a:defRPr sz="1400" b="1"/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198423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15CC9A46-E0E7-B31D-3E27-6F4303A45A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883" t="18052" r="46636"/>
          <a:stretch/>
        </p:blipFill>
        <p:spPr>
          <a:xfrm rot="16200000" flipH="1" flipV="1">
            <a:off x="9553763" y="-952310"/>
            <a:ext cx="1685928" cy="3590547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67669DC-4C7F-9B50-FCC0-F2AF5B2A95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23545" y="584477"/>
            <a:ext cx="10354052" cy="1209765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9" name="Table Placeholder 8">
            <a:extLst>
              <a:ext uri="{FF2B5EF4-FFF2-40B4-BE49-F238E27FC236}">
                <a16:creationId xmlns:a16="http://schemas.microsoft.com/office/drawing/2014/main" id="{BEF581C2-7562-2E21-E6DD-20AEFC43AAB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923545" y="2009775"/>
            <a:ext cx="10354052" cy="3931920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icon to add table</a:t>
            </a:r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9B66675-D8A5-0062-EB51-C8069A2C3C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38426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E3A3E8B6-2BD8-19E0-7F51-7A25EF836F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4" cy="3624984"/>
          </a:xfrm>
        </p:spPr>
        <p:txBody>
          <a:bodyPr anchor="b">
            <a:normAutofit/>
          </a:bodyPr>
          <a:lstStyle>
            <a:lvl1pPr>
              <a:defRPr sz="4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B1F96043-F6A4-F581-7DB8-96138F0E401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1514" y="4172989"/>
            <a:ext cx="5057103" cy="2519363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 baseline="0">
                <a:solidFill>
                  <a:schemeClr val="bg1"/>
                </a:solidFill>
              </a:defRPr>
            </a:lvl1pPr>
            <a:lvl2pPr marL="7429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baseline="0">
                <a:solidFill>
                  <a:schemeClr val="bg1"/>
                </a:solidFill>
              </a:defRPr>
            </a:lvl2pPr>
            <a:lvl3pPr marL="12001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600" baseline="0">
                <a:solidFill>
                  <a:schemeClr val="bg1"/>
                </a:solidFill>
              </a:defRPr>
            </a:lvl3pPr>
            <a:lvl4pPr marL="1657350" indent="-2857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400" baseline="0">
                <a:solidFill>
                  <a:schemeClr val="bg1"/>
                </a:solidFill>
              </a:defRPr>
            </a:lvl4pPr>
            <a:lvl5pPr marL="2000250" indent="-17145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20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805DE67-EFB0-F6F3-6C08-2FE90284C3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347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708" r:id="rId2"/>
    <p:sldLayoutId id="2147483709" r:id="rId3"/>
    <p:sldLayoutId id="2147483710" r:id="rId4"/>
    <p:sldLayoutId id="2147483711" r:id="rId5"/>
    <p:sldLayoutId id="2147483712" r:id="rId6"/>
    <p:sldLayoutId id="2147483713" r:id="rId7"/>
    <p:sldLayoutId id="2147483714" r:id="rId8"/>
    <p:sldLayoutId id="2147483715" r:id="rId9"/>
    <p:sldLayoutId id="2147483716" r:id="rId10"/>
    <p:sldLayoutId id="2147483717" r:id="rId11"/>
    <p:sldLayoutId id="2147483718" r:id="rId12"/>
    <p:sldLayoutId id="214748370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chulferien-api.de/api/v2/2026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40D96-BFFB-05BD-30ED-0352500CD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74771" y="2773681"/>
            <a:ext cx="6795589" cy="3200400"/>
          </a:xfrm>
        </p:spPr>
        <p:txBody>
          <a:bodyPr/>
          <a:lstStyle/>
          <a:p>
            <a:r>
              <a:rPr lang="en-US" dirty="0"/>
              <a:t>Data-Science-Project</a:t>
            </a:r>
          </a:p>
        </p:txBody>
      </p:sp>
    </p:spTree>
    <p:extLst>
      <p:ext uri="{BB962C8B-B14F-4D97-AF65-F5344CB8AC3E}">
        <p14:creationId xmlns:p14="http://schemas.microsoft.com/office/powerpoint/2010/main" val="2945390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255621-1D81-03E6-507B-CB20E07035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14400" y="6246254"/>
            <a:ext cx="631065" cy="296214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BD9461-B586-5242-1D98-FC144B6F5C2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342900" indent="-342900">
              <a:buFontTx/>
              <a:buChar char="-"/>
            </a:pPr>
            <a:r>
              <a:rPr lang="de-DE" dirty="0"/>
              <a:t>Research Questions</a:t>
            </a:r>
          </a:p>
          <a:p>
            <a:pPr marL="342900" indent="-342900">
              <a:buFontTx/>
              <a:buChar char="-"/>
            </a:pPr>
            <a:r>
              <a:rPr lang="de-DE" dirty="0"/>
              <a:t>APIs</a:t>
            </a:r>
          </a:p>
          <a:p>
            <a:pPr marL="342900" indent="-342900">
              <a:buFontTx/>
              <a:buChar char="-"/>
            </a:pPr>
            <a:r>
              <a:rPr lang="de-DE" dirty="0" err="1"/>
              <a:t>Achivements</a:t>
            </a:r>
            <a:endParaRPr lang="de-DE" dirty="0"/>
          </a:p>
          <a:p>
            <a:pPr marL="342900" indent="-342900">
              <a:buFontTx/>
              <a:buChar char="-"/>
            </a:pPr>
            <a:r>
              <a:rPr lang="de-DE" dirty="0"/>
              <a:t>Challenges</a:t>
            </a:r>
            <a:endParaRPr lang="en-DE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85EFD8C-9F53-87C8-6E18-DFA189F8C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TOpics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542059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6FD5F-786B-1974-5F47-94CA02CFA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2580640"/>
            <a:ext cx="6509657" cy="3368819"/>
          </a:xfrm>
        </p:spPr>
        <p:txBody>
          <a:bodyPr/>
          <a:lstStyle/>
          <a:p>
            <a:r>
              <a:rPr lang="en-US" dirty="0"/>
              <a:t>Air pollution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5653FBA-57C1-8AFA-803B-F0FCC740AB5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29374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8E4F0B-A6EB-861C-1C34-CAA9BDE478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041259" cy="1646555"/>
          </a:xfrm>
        </p:spPr>
        <p:txBody>
          <a:bodyPr/>
          <a:lstStyle/>
          <a:p>
            <a:r>
              <a:rPr lang="en-US" dirty="0"/>
              <a:t>Air Pollution – research Questions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E0D061-7327-A55C-AF6A-A95C24DD8B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7132C3-EDB2-0E3B-98F1-1D8F26B5C7B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9" y="2011363"/>
            <a:ext cx="7979230" cy="4155757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600" b="1" u="sng" dirty="0"/>
              <a:t>1.</a:t>
            </a:r>
            <a:r>
              <a:rPr lang="en-US" sz="1600" b="1" dirty="0"/>
              <a:t> </a:t>
            </a:r>
            <a:r>
              <a:rPr lang="en-US" sz="1600" dirty="0"/>
              <a:t>How do the average yearly values of PM10, PM2.5 and NO₂ change in Germany from 2016-2026?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u="sng" dirty="0"/>
              <a:t>2.1</a:t>
            </a:r>
            <a:r>
              <a:rPr lang="en-US" sz="1600" dirty="0"/>
              <a:t> How did New Years Eve change the air pollution from 2016 to 2025?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u="sng" dirty="0"/>
              <a:t>2.2</a:t>
            </a:r>
            <a:r>
              <a:rPr lang="en-US" sz="1600" dirty="0"/>
              <a:t> How did the COVID-19 pandemic affect the air pollution compared to the previous and following years?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u="sng" dirty="0"/>
              <a:t>3</a:t>
            </a:r>
            <a:r>
              <a:rPr lang="en-US" sz="1600" dirty="0"/>
              <a:t> How much do the annual average values for PM10, PM2.5, and NO_2 differ between the federal states in the period 2016–2026?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u="sng" dirty="0">
                <a:highlight>
                  <a:srgbClr val="FFFF00"/>
                </a:highlight>
              </a:rPr>
              <a:t>4.1</a:t>
            </a:r>
            <a:r>
              <a:rPr lang="en-US" sz="1600" dirty="0">
                <a:highlight>
                  <a:srgbClr val="FFFF00"/>
                </a:highlight>
              </a:rPr>
              <a:t> How do the PM10 concentration between urban, suburban and rural areas differ in the period 2016-2026?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sz="1600" b="1" u="sng" dirty="0">
                <a:highlight>
                  <a:srgbClr val="FFFF00"/>
                </a:highlight>
              </a:rPr>
              <a:t>4.2</a:t>
            </a:r>
            <a:r>
              <a:rPr lang="en-US" sz="1600" dirty="0">
                <a:highlight>
                  <a:srgbClr val="FFFF00"/>
                </a:highlight>
              </a:rPr>
              <a:t> Do the data for urban, suburban, and rural measuring stations differ in terms of the positioning of the stations (background, traffic, industry) in the period 2016-2026?</a:t>
            </a:r>
          </a:p>
          <a:p>
            <a:pPr marL="0" indent="0">
              <a:lnSpc>
                <a:spcPct val="100000"/>
              </a:lnSpc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41200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14E7A8-B0C8-428E-FF7D-5C66FF468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4526-67CB-CCC2-F24B-4FF3A682E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753583" cy="1646555"/>
          </a:xfrm>
        </p:spPr>
        <p:txBody>
          <a:bodyPr/>
          <a:lstStyle/>
          <a:p>
            <a:r>
              <a:rPr lang="en-US" sz="3200" dirty="0"/>
              <a:t>Air Pollution – Research </a:t>
            </a:r>
            <a:r>
              <a:rPr lang="en-US" sz="3200" dirty="0" err="1"/>
              <a:t>QUestions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EF0EBE-0120-BBA0-E9E4-975498B90D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3B5248-9F82-0CCB-A2D4-7228D9E5AB5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1600" b="1" u="sng" dirty="0"/>
              <a:t>5</a:t>
            </a:r>
            <a:r>
              <a:rPr lang="en-US" sz="1600" dirty="0"/>
              <a:t> How do the PM10 concentrations vary between seasons in the years 2016 to 2026?</a:t>
            </a:r>
          </a:p>
          <a:p>
            <a:pPr marL="0" indent="0">
              <a:buNone/>
            </a:pPr>
            <a:r>
              <a:rPr lang="en-US" sz="1600" b="1" u="sng" dirty="0">
                <a:highlight>
                  <a:srgbClr val="FFFF00"/>
                </a:highlight>
              </a:rPr>
              <a:t>6</a:t>
            </a:r>
            <a:r>
              <a:rPr lang="en-US" sz="1600" dirty="0">
                <a:highlight>
                  <a:srgbClr val="FFFF00"/>
                </a:highlight>
              </a:rPr>
              <a:t> How does daily maximum temperature influence PM10 and PM2.5 concentrations in major German cities between 2016 and 2026?</a:t>
            </a:r>
          </a:p>
          <a:p>
            <a:pPr marL="0" indent="0">
              <a:buNone/>
            </a:pPr>
            <a:r>
              <a:rPr lang="en-US" sz="1600" b="1" u="sng" dirty="0">
                <a:highlight>
                  <a:srgbClr val="FFFF00"/>
                </a:highlight>
              </a:rPr>
              <a:t>7.1</a:t>
            </a:r>
            <a:r>
              <a:rPr lang="en-US" sz="1600" dirty="0">
                <a:highlight>
                  <a:srgbClr val="FFFF00"/>
                </a:highlight>
              </a:rPr>
              <a:t> How do rainfall patterns relate to changes in PM10 and PM2.5 concentrations in major German cities between 2016 and 2026?</a:t>
            </a:r>
          </a:p>
          <a:p>
            <a:pPr marL="0" indent="0">
              <a:buNone/>
            </a:pPr>
            <a:r>
              <a:rPr lang="en-US" sz="1600" b="1" u="sng" dirty="0">
                <a:highlight>
                  <a:srgbClr val="FFFF00"/>
                </a:highlight>
              </a:rPr>
              <a:t>7.2</a:t>
            </a:r>
            <a:r>
              <a:rPr lang="en-US" sz="1600" dirty="0">
                <a:highlight>
                  <a:srgbClr val="FFFF00"/>
                </a:highlight>
              </a:rPr>
              <a:t> What is the impact of summer school holidays in the individual federal states on NO_2 concentrations in the years 2016 to 2026?</a:t>
            </a:r>
          </a:p>
          <a:p>
            <a:pPr marL="0" indent="0">
              <a:buNone/>
            </a:pPr>
            <a:r>
              <a:rPr lang="en-US" sz="1600" b="1" u="sng" dirty="0">
                <a:highlight>
                  <a:srgbClr val="FFFF00"/>
                </a:highlight>
              </a:rPr>
              <a:t>8</a:t>
            </a:r>
            <a:r>
              <a:rPr lang="en-US" sz="1600" dirty="0">
                <a:highlight>
                  <a:srgbClr val="FFFF00"/>
                </a:highlight>
              </a:rPr>
              <a:t> How does Germany compare to other countries in terms of air pollution?</a:t>
            </a:r>
            <a:endParaRPr lang="en-GB" sz="1600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9697781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45370-C757-726E-5FF8-1FA1ECEAE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FD1E8-BDE0-0655-DCDE-46020B9E72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– our Api</a:t>
            </a:r>
            <a:r>
              <a:rPr lang="en-US" sz="2000" b="1" dirty="0"/>
              <a:t>s</a:t>
            </a:r>
            <a:r>
              <a:rPr lang="en-US" sz="3200" dirty="0"/>
              <a:t>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E9CE2E-01C8-1F02-2284-04FFFCED96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07CAE08-34BE-B312-8081-52845E73133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Autofit/>
          </a:bodyPr>
          <a:lstStyle/>
          <a:p>
            <a:r>
              <a:rPr lang="de-DE" sz="1800" dirty="0" err="1"/>
              <a:t>Bund.DEV</a:t>
            </a:r>
            <a:r>
              <a:rPr lang="de-DE" sz="1800" dirty="0"/>
              <a:t> </a:t>
            </a:r>
            <a:r>
              <a:rPr lang="de-DE" sz="1800" dirty="0" err="1"/>
              <a:t>air</a:t>
            </a:r>
            <a:r>
              <a:rPr lang="de-DE" sz="1800" dirty="0"/>
              <a:t> </a:t>
            </a:r>
            <a:r>
              <a:rPr lang="de-DE" sz="1800" dirty="0" err="1"/>
              <a:t>quality</a:t>
            </a:r>
            <a:r>
              <a:rPr lang="de-DE" sz="1800" dirty="0"/>
              <a:t> API </a:t>
            </a:r>
          </a:p>
          <a:p>
            <a:r>
              <a:rPr lang="de-DE" sz="1800" dirty="0"/>
              <a:t>Umweltbundesamt </a:t>
            </a:r>
            <a:r>
              <a:rPr lang="de-DE" sz="1800" dirty="0" err="1"/>
              <a:t>air</a:t>
            </a:r>
            <a:r>
              <a:rPr lang="de-DE" sz="1800" dirty="0"/>
              <a:t> </a:t>
            </a:r>
            <a:r>
              <a:rPr lang="de-DE" sz="1800" dirty="0" err="1"/>
              <a:t>data</a:t>
            </a:r>
            <a:r>
              <a:rPr lang="de-DE" sz="1800" dirty="0"/>
              <a:t> API</a:t>
            </a:r>
          </a:p>
          <a:p>
            <a:r>
              <a:rPr lang="de-DE" sz="1800" dirty="0"/>
              <a:t>Open-Meteo </a:t>
            </a:r>
            <a:r>
              <a:rPr lang="de-DE" sz="1800" dirty="0" err="1"/>
              <a:t>weather</a:t>
            </a:r>
            <a:r>
              <a:rPr lang="de-DE" sz="1800" dirty="0"/>
              <a:t> API</a:t>
            </a:r>
            <a:endParaRPr lang="en-DE" sz="1800" dirty="0"/>
          </a:p>
          <a:p>
            <a:r>
              <a:rPr lang="de-DE" sz="1800" dirty="0"/>
              <a:t>schulferien-</a:t>
            </a:r>
            <a:r>
              <a:rPr lang="de-DE" sz="1800" dirty="0" err="1"/>
              <a:t>api</a:t>
            </a:r>
            <a:endParaRPr lang="en-DE" sz="1800" dirty="0"/>
          </a:p>
        </p:txBody>
      </p:sp>
    </p:spTree>
    <p:extLst>
      <p:ext uri="{BB962C8B-B14F-4D97-AF65-F5344CB8AC3E}">
        <p14:creationId xmlns:p14="http://schemas.microsoft.com/office/powerpoint/2010/main" val="31371426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CFD671-F6BE-D528-71FC-054F0200B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78B72-CD3E-08E8-F4E6-9CD07C33E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Air pollution - </a:t>
            </a:r>
            <a:r>
              <a:rPr lang="de-DE" dirty="0" err="1"/>
              <a:t>achivements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E686C7-06B4-4C6D-DAA3-586F6F99B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303C9219-C193-EDD6-6377-DA1C34619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9857" y="709233"/>
            <a:ext cx="2981741" cy="5439534"/>
          </a:xfrm>
          <a:prstGeom prst="rect">
            <a:avLst/>
          </a:prstGeom>
        </p:spPr>
      </p:pic>
      <p:pic>
        <p:nvPicPr>
          <p:cNvPr id="12" name="Inhaltsplatzhalter 11">
            <a:extLst>
              <a:ext uri="{FF2B5EF4-FFF2-40B4-BE49-F238E27FC236}">
                <a16:creationId xmlns:a16="http://schemas.microsoft.com/office/drawing/2014/main" id="{6216248F-BB62-9076-6D65-8FF114BDE0DD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4"/>
          <a:stretch>
            <a:fillRect/>
          </a:stretch>
        </p:blipFill>
        <p:spPr>
          <a:xfrm>
            <a:off x="914111" y="2011680"/>
            <a:ext cx="7273925" cy="1887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3999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A0731-FAA8-93CA-20F3-A8FD05749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C39F1-C4AE-D04A-D199-9DBFB39CCC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390581" cy="1646555"/>
          </a:xfrm>
        </p:spPr>
        <p:txBody>
          <a:bodyPr/>
          <a:lstStyle/>
          <a:p>
            <a:r>
              <a:rPr lang="en-US" dirty="0"/>
              <a:t>Air pollution – Monthly Average Germany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A60E58-CB83-56F7-F6FF-2A0BB93281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92E27E8-A333-15F7-7B9D-45FDA18C2D4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3"/>
          <a:stretch>
            <a:fillRect/>
          </a:stretch>
        </p:blipFill>
        <p:spPr>
          <a:xfrm>
            <a:off x="914400" y="2214633"/>
            <a:ext cx="7273925" cy="3749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3312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F11D73-8B08-F823-C04B-9D49D5FA1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4FFDB1-704C-238A-5CCD-BA0A8E5B4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9719354" cy="1646555"/>
          </a:xfrm>
        </p:spPr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– Api Outpu</a:t>
            </a:r>
            <a:r>
              <a:rPr lang="en-US" dirty="0"/>
              <a:t>t Summer Holiday</a:t>
            </a:r>
            <a:endParaRPr lang="en-US" sz="32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AB4E79-8EB3-EAE9-8F45-5132227914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604483-120F-7AF8-CE69-4DDD3CEAB0F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>
            <a:normAutofit/>
          </a:bodyPr>
          <a:lstStyle/>
          <a:p>
            <a:r>
              <a:rPr lang="de-DE" sz="1600" dirty="0" err="1"/>
              <a:t>Using</a:t>
            </a:r>
            <a:r>
              <a:rPr lang="de-DE" sz="1600" dirty="0"/>
              <a:t> </a:t>
            </a:r>
            <a:r>
              <a:rPr lang="de-DE" sz="1600" dirty="0" err="1"/>
              <a:t>the</a:t>
            </a:r>
            <a:r>
              <a:rPr lang="de-DE" sz="1600" dirty="0"/>
              <a:t> </a:t>
            </a:r>
            <a:r>
              <a:rPr lang="de-DE" sz="1600" dirty="0">
                <a:hlinkClick r:id="rId3"/>
              </a:rPr>
              <a:t>https://schulferien-api.de/api/v2/2026/</a:t>
            </a:r>
            <a:r>
              <a:rPr lang="de-DE" sz="1600" dirty="0"/>
              <a:t> API</a:t>
            </a:r>
          </a:p>
          <a:p>
            <a:r>
              <a:rPr lang="de-DE" sz="1600" dirty="0"/>
              <a:t>Shows School Holidays </a:t>
            </a:r>
            <a:r>
              <a:rPr lang="de-DE" sz="1600" dirty="0" err="1"/>
              <a:t>by</a:t>
            </a:r>
            <a:r>
              <a:rPr lang="de-DE" sz="1600" dirty="0"/>
              <a:t> </a:t>
            </a:r>
            <a:r>
              <a:rPr lang="de-DE" sz="1600" dirty="0" err="1"/>
              <a:t>year</a:t>
            </a:r>
            <a:r>
              <a:rPr lang="de-DE" sz="1600" dirty="0"/>
              <a:t> and State</a:t>
            </a:r>
          </a:p>
          <a:p>
            <a:endParaRPr lang="en-DE" sz="1600" dirty="0"/>
          </a:p>
        </p:txBody>
      </p:sp>
      <p:pic>
        <p:nvPicPr>
          <p:cNvPr id="5" name="Grafik 4" descr="Ein Bild, das Text, Screenshot, Schrift, Zahl enthält.&#10;&#10;KI-generierte Inhalte können fehlerhaft sein.">
            <a:extLst>
              <a:ext uri="{FF2B5EF4-FFF2-40B4-BE49-F238E27FC236}">
                <a16:creationId xmlns:a16="http://schemas.microsoft.com/office/drawing/2014/main" id="{6706915A-2A7E-0904-9E2A-64F24D6F72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9006" y="2990864"/>
            <a:ext cx="4292050" cy="2443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652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7F2D26-E0CC-D3F8-2F90-2DD9D260CB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F2DDA-6ABA-4FCD-2F59-91B0253CA1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399" y="365125"/>
            <a:ext cx="8458201" cy="1646555"/>
          </a:xfrm>
        </p:spPr>
        <p:txBody>
          <a:bodyPr/>
          <a:lstStyle/>
          <a:p>
            <a:r>
              <a:rPr lang="en-US" dirty="0"/>
              <a:t>Air Pollution</a:t>
            </a:r>
            <a:r>
              <a:rPr lang="en-US" sz="3200" dirty="0"/>
              <a:t> – 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3B2B89-1D29-99F9-1482-6A9FA79157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698340-C24A-E811-4C27-2815D6736E7B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914398" y="2011363"/>
            <a:ext cx="7849457" cy="415575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de-DE" dirty="0"/>
              <a:t>• </a:t>
            </a:r>
            <a:r>
              <a:rPr lang="en-US" dirty="0"/>
              <a:t>with some APIs, you can only make a limited number of requests</a:t>
            </a:r>
            <a:endParaRPr lang="en-DE" sz="1600" dirty="0"/>
          </a:p>
        </p:txBody>
      </p:sp>
    </p:spTree>
    <p:extLst>
      <p:ext uri="{BB962C8B-B14F-4D97-AF65-F5344CB8AC3E}">
        <p14:creationId xmlns:p14="http://schemas.microsoft.com/office/powerpoint/2010/main" val="2307799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7B52831-0916-294C-0ACB-9774B9805D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151" r="18577"/>
          <a:stretch/>
        </p:blipFill>
        <p:spPr>
          <a:xfrm flipH="1">
            <a:off x="0" y="0"/>
            <a:ext cx="5181600" cy="6858000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E82E216E-9EE0-9D3F-D692-083F575A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1515" y="374090"/>
            <a:ext cx="5057104" cy="3624984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769932640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22318419_win32_SL_V9" id="{8502042B-488E-4F33-AD20-77B40A1BC1AA}" vid="{A90C26AF-23CA-48C5-BFF9-84DC7B1C91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B045227-5724-4DBF-9712-031B1BFB2C3C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622457D9-12AC-4794-A05E-F1B90FCD8D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7B39BD0-040C-43BE-B0E4-512B09E8003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sales pitch</Template>
  <TotalTime>0</TotalTime>
  <Words>346</Words>
  <Application>Microsoft Office PowerPoint</Application>
  <PresentationFormat>Breitbild</PresentationFormat>
  <Paragraphs>52</Paragraphs>
  <Slides>11</Slides>
  <Notes>11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5" baseType="lpstr">
      <vt:lpstr>Arial</vt:lpstr>
      <vt:lpstr>Calibri</vt:lpstr>
      <vt:lpstr>Tenorite</vt:lpstr>
      <vt:lpstr>Custom</vt:lpstr>
      <vt:lpstr>Data-Science-Project</vt:lpstr>
      <vt:lpstr>TOpics</vt:lpstr>
      <vt:lpstr>Air pollution</vt:lpstr>
      <vt:lpstr>Air Pollution – research Questions </vt:lpstr>
      <vt:lpstr>Air Pollution – Research QUestions </vt:lpstr>
      <vt:lpstr>Air pollution – our Apis </vt:lpstr>
      <vt:lpstr>Air pollution - achivements</vt:lpstr>
      <vt:lpstr>Air pollution – Monthly Average Germany</vt:lpstr>
      <vt:lpstr>Air Pollution – Api Output Summer Holiday</vt:lpstr>
      <vt:lpstr>Air Pollution – Challenges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 F</dc:creator>
  <cp:lastModifiedBy>F F</cp:lastModifiedBy>
  <cp:revision>26</cp:revision>
  <dcterms:created xsi:type="dcterms:W3CDTF">2026-02-26T09:58:22Z</dcterms:created>
  <dcterms:modified xsi:type="dcterms:W3CDTF">2026-03-04T18:14:46Z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